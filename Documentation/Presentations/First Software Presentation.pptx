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sldIdLst>
    <p:sldId id="264" r:id="rId5"/>
    <p:sldId id="265" r:id="rId6"/>
    <p:sldId id="256" r:id="rId7"/>
    <p:sldId id="257" r:id="rId8"/>
    <p:sldId id="266" r:id="rId9"/>
    <p:sldId id="259" r:id="rId10"/>
    <p:sldId id="260" r:id="rId11"/>
    <p:sldId id="261" r:id="rId12"/>
    <p:sldId id="262" r:id="rId13"/>
    <p:sldId id="2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C9FF5A-9CC0-7E5D-032F-5A6862B6CA2C}" v="283" dt="2025-11-04T12:06:14.848"/>
    <p1510:client id="{821BC5EF-9633-820D-049C-C1C657C1D00B}" v="24" dt="2025-11-04T10:05:02.864"/>
    <p1510:client id="{B08AC766-3FF1-F7A3-2ED7-C71CD71A250F}" v="425" dt="2025-11-03T16:20:38.495"/>
    <p1510:client id="{E6D99383-915A-68E2-21A6-835AD3568D51}" v="2" dt="2025-11-04T10:49:20.6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Liam Catlin" userId="S::liam.catlin@students.plymouth.ac.uk::55c26519-beb6-474b-bcac-276bb0d03954" providerId="AD" clId="Web-{821BC5EF-9633-820D-049C-C1C657C1D00B}"/>
    <pc:docChg chg="delSld modSld">
      <pc:chgData name="(s) Liam Catlin" userId="S::liam.catlin@students.plymouth.ac.uk::55c26519-beb6-474b-bcac-276bb0d03954" providerId="AD" clId="Web-{821BC5EF-9633-820D-049C-C1C657C1D00B}" dt="2025-11-04T10:05:02.864" v="23" actId="14100"/>
      <pc:docMkLst>
        <pc:docMk/>
      </pc:docMkLst>
      <pc:sldChg chg="addSp delSp modSp">
        <pc:chgData name="(s) Liam Catlin" userId="S::liam.catlin@students.plymouth.ac.uk::55c26519-beb6-474b-bcac-276bb0d03954" providerId="AD" clId="Web-{821BC5EF-9633-820D-049C-C1C657C1D00B}" dt="2025-11-04T10:05:02.864" v="23" actId="14100"/>
        <pc:sldMkLst>
          <pc:docMk/>
          <pc:sldMk cId="912324987" sldId="257"/>
        </pc:sldMkLst>
        <pc:spChg chg="mod">
          <ac:chgData name="(s) Liam Catlin" userId="S::liam.catlin@students.plymouth.ac.uk::55c26519-beb6-474b-bcac-276bb0d03954" providerId="AD" clId="Web-{821BC5EF-9633-820D-049C-C1C657C1D00B}" dt="2025-11-04T09:59:24.085" v="3" actId="1076"/>
          <ac:spMkLst>
            <pc:docMk/>
            <pc:sldMk cId="912324987" sldId="257"/>
            <ac:spMk id="2" creationId="{0A07266D-0CC5-C617-5715-8E5FAF390D2C}"/>
          </ac:spMkLst>
        </pc:spChg>
        <pc:picChg chg="add del mod">
          <ac:chgData name="(s) Liam Catlin" userId="S::liam.catlin@students.plymouth.ac.uk::55c26519-beb6-474b-bcac-276bb0d03954" providerId="AD" clId="Web-{821BC5EF-9633-820D-049C-C1C657C1D00B}" dt="2025-11-04T10:02:18.747" v="7"/>
          <ac:picMkLst>
            <pc:docMk/>
            <pc:sldMk cId="912324987" sldId="257"/>
            <ac:picMk id="3" creationId="{26078BC1-0D32-2614-D204-A34D88849250}"/>
          </ac:picMkLst>
        </pc:picChg>
        <pc:picChg chg="add del mod ord">
          <ac:chgData name="(s) Liam Catlin" userId="S::liam.catlin@students.plymouth.ac.uk::55c26519-beb6-474b-bcac-276bb0d03954" providerId="AD" clId="Web-{821BC5EF-9633-820D-049C-C1C657C1D00B}" dt="2025-11-04T10:03:25.390" v="16"/>
          <ac:picMkLst>
            <pc:docMk/>
            <pc:sldMk cId="912324987" sldId="257"/>
            <ac:picMk id="4" creationId="{E781BF98-55FB-DFEB-2DCC-E92D82121DDB}"/>
          </ac:picMkLst>
        </pc:picChg>
        <pc:picChg chg="add del mod">
          <ac:chgData name="(s) Liam Catlin" userId="S::liam.catlin@students.plymouth.ac.uk::55c26519-beb6-474b-bcac-276bb0d03954" providerId="AD" clId="Web-{821BC5EF-9633-820D-049C-C1C657C1D00B}" dt="2025-11-04T10:04:41.472" v="21"/>
          <ac:picMkLst>
            <pc:docMk/>
            <pc:sldMk cId="912324987" sldId="257"/>
            <ac:picMk id="5" creationId="{D4AE3C3A-C0E4-BA47-AC81-205CC73947A3}"/>
          </ac:picMkLst>
        </pc:picChg>
        <pc:picChg chg="add mod">
          <ac:chgData name="(s) Liam Catlin" userId="S::liam.catlin@students.plymouth.ac.uk::55c26519-beb6-474b-bcac-276bb0d03954" providerId="AD" clId="Web-{821BC5EF-9633-820D-049C-C1C657C1D00B}" dt="2025-11-04T10:05:02.864" v="23" actId="14100"/>
          <ac:picMkLst>
            <pc:docMk/>
            <pc:sldMk cId="912324987" sldId="257"/>
            <ac:picMk id="6" creationId="{ACDA2A24-5245-26B1-C1F0-A6F8A9BF1632}"/>
          </ac:picMkLst>
        </pc:picChg>
      </pc:sldChg>
      <pc:sldChg chg="del">
        <pc:chgData name="(s) Liam Catlin" userId="S::liam.catlin@students.plymouth.ac.uk::55c26519-beb6-474b-bcac-276bb0d03954" providerId="AD" clId="Web-{821BC5EF-9633-820D-049C-C1C657C1D00B}" dt="2025-11-04T09:05:52.378" v="0"/>
        <pc:sldMkLst>
          <pc:docMk/>
          <pc:sldMk cId="2182758057" sldId="258"/>
        </pc:sldMkLst>
      </pc:sldChg>
    </pc:docChg>
  </pc:docChgLst>
  <pc:docChgLst>
    <pc:chgData name="(s) Liam Catlin" userId="S::liam.catlin@students.plymouth.ac.uk::55c26519-beb6-474b-bcac-276bb0d03954" providerId="AD" clId="Web-{12C9FF5A-9CC0-7E5D-032F-5A6862B6CA2C}"/>
    <pc:docChg chg="addSld modSld">
      <pc:chgData name="(s) Liam Catlin" userId="S::liam.catlin@students.plymouth.ac.uk::55c26519-beb6-474b-bcac-276bb0d03954" providerId="AD" clId="Web-{12C9FF5A-9CC0-7E5D-032F-5A6862B6CA2C}" dt="2025-11-04T12:13:16.314" v="351"/>
      <pc:docMkLst>
        <pc:docMk/>
      </pc:docMkLst>
      <pc:sldChg chg="addSp delSp modSp">
        <pc:chgData name="(s) Liam Catlin" userId="S::liam.catlin@students.plymouth.ac.uk::55c26519-beb6-474b-bcac-276bb0d03954" providerId="AD" clId="Web-{12C9FF5A-9CC0-7E5D-032F-5A6862B6CA2C}" dt="2025-11-04T12:04:16.094" v="158" actId="20577"/>
        <pc:sldMkLst>
          <pc:docMk/>
          <pc:sldMk cId="912324987" sldId="257"/>
        </pc:sldMkLst>
        <pc:spChg chg="add del">
          <ac:chgData name="(s) Liam Catlin" userId="S::liam.catlin@students.plymouth.ac.uk::55c26519-beb6-474b-bcac-276bb0d03954" providerId="AD" clId="Web-{12C9FF5A-9CC0-7E5D-032F-5A6862B6CA2C}" dt="2025-11-04T11:53:03.704" v="30"/>
          <ac:spMkLst>
            <pc:docMk/>
            <pc:sldMk cId="912324987" sldId="257"/>
            <ac:spMk id="3" creationId="{823D32CA-D3BD-D06B-FBFD-BA59BAA4BA7C}"/>
          </ac:spMkLst>
        </pc:spChg>
        <pc:spChg chg="add mod">
          <ac:chgData name="(s) Liam Catlin" userId="S::liam.catlin@students.plymouth.ac.uk::55c26519-beb6-474b-bcac-276bb0d03954" providerId="AD" clId="Web-{12C9FF5A-9CC0-7E5D-032F-5A6862B6CA2C}" dt="2025-11-04T11:55:08.814" v="101" actId="1076"/>
          <ac:spMkLst>
            <pc:docMk/>
            <pc:sldMk cId="912324987" sldId="257"/>
            <ac:spMk id="5" creationId="{C99CB6D1-2416-4547-EEF3-3CA46609C79D}"/>
          </ac:spMkLst>
        </pc:spChg>
        <pc:spChg chg="add mod">
          <ac:chgData name="(s) Liam Catlin" userId="S::liam.catlin@students.plymouth.ac.uk::55c26519-beb6-474b-bcac-276bb0d03954" providerId="AD" clId="Web-{12C9FF5A-9CC0-7E5D-032F-5A6862B6CA2C}" dt="2025-11-04T12:04:16.094" v="158" actId="20577"/>
          <ac:spMkLst>
            <pc:docMk/>
            <pc:sldMk cId="912324987" sldId="257"/>
            <ac:spMk id="7" creationId="{1144B716-93FC-7FFE-2D31-1DFBD4F5D006}"/>
          </ac:spMkLst>
        </pc:spChg>
        <pc:spChg chg="add mod">
          <ac:chgData name="(s) Liam Catlin" userId="S::liam.catlin@students.plymouth.ac.uk::55c26519-beb6-474b-bcac-276bb0d03954" providerId="AD" clId="Web-{12C9FF5A-9CC0-7E5D-032F-5A6862B6CA2C}" dt="2025-11-04T11:55:31.798" v="115" actId="20577"/>
          <ac:spMkLst>
            <pc:docMk/>
            <pc:sldMk cId="912324987" sldId="257"/>
            <ac:spMk id="9" creationId="{2DEC4698-A756-2245-76C6-E9A62B70B08D}"/>
          </ac:spMkLst>
        </pc:spChg>
        <pc:spChg chg="add mod">
          <ac:chgData name="(s) Liam Catlin" userId="S::liam.catlin@students.plymouth.ac.uk::55c26519-beb6-474b-bcac-276bb0d03954" providerId="AD" clId="Web-{12C9FF5A-9CC0-7E5D-032F-5A6862B6CA2C}" dt="2025-11-04T12:04:09.968" v="157" actId="20577"/>
          <ac:spMkLst>
            <pc:docMk/>
            <pc:sldMk cId="912324987" sldId="257"/>
            <ac:spMk id="11" creationId="{5AA69F1A-6E29-1DB8-84DF-7FFDCAAB0100}"/>
          </ac:spMkLst>
        </pc:spChg>
        <pc:spChg chg="add mod">
          <ac:chgData name="(s) Liam Catlin" userId="S::liam.catlin@students.plymouth.ac.uk::55c26519-beb6-474b-bcac-276bb0d03954" providerId="AD" clId="Web-{12C9FF5A-9CC0-7E5D-032F-5A6862B6CA2C}" dt="2025-11-04T12:02:59.225" v="149" actId="20577"/>
          <ac:spMkLst>
            <pc:docMk/>
            <pc:sldMk cId="912324987" sldId="257"/>
            <ac:spMk id="12" creationId="{C1DAA481-F82E-78B9-4218-DF6CEBF55DA3}"/>
          </ac:spMkLst>
        </pc:spChg>
        <pc:spChg chg="add mod">
          <ac:chgData name="(s) Liam Catlin" userId="S::liam.catlin@students.plymouth.ac.uk::55c26519-beb6-474b-bcac-276bb0d03954" providerId="AD" clId="Web-{12C9FF5A-9CC0-7E5D-032F-5A6862B6CA2C}" dt="2025-11-04T12:02:28.530" v="137" actId="20577"/>
          <ac:spMkLst>
            <pc:docMk/>
            <pc:sldMk cId="912324987" sldId="257"/>
            <ac:spMk id="13" creationId="{A09F54F4-37D8-358F-BC1B-7BFD8293DFBF}"/>
          </ac:spMkLst>
        </pc:spChg>
        <pc:cxnChg chg="add">
          <ac:chgData name="(s) Liam Catlin" userId="S::liam.catlin@students.plymouth.ac.uk::55c26519-beb6-474b-bcac-276bb0d03954" providerId="AD" clId="Web-{12C9FF5A-9CC0-7E5D-032F-5A6862B6CA2C}" dt="2025-11-04T11:55:19.689" v="102"/>
          <ac:cxnSpMkLst>
            <pc:docMk/>
            <pc:sldMk cId="912324987" sldId="257"/>
            <ac:cxnSpMk id="8" creationId="{E7A77FBF-F663-AE44-3AD5-2552284FFE56}"/>
          </ac:cxnSpMkLst>
        </pc:cxnChg>
        <pc:cxnChg chg="add mod">
          <ac:chgData name="(s) Liam Catlin" userId="S::liam.catlin@students.plymouth.ac.uk::55c26519-beb6-474b-bcac-276bb0d03954" providerId="AD" clId="Web-{12C9FF5A-9CC0-7E5D-032F-5A6862B6CA2C}" dt="2025-11-04T12:00:21.925" v="117" actId="1076"/>
          <ac:cxnSpMkLst>
            <pc:docMk/>
            <pc:sldMk cId="912324987" sldId="257"/>
            <ac:cxnSpMk id="10" creationId="{07187F07-DED2-F37D-6AAA-71B152A8EAC3}"/>
          </ac:cxnSpMkLst>
        </pc:cxnChg>
      </pc:sldChg>
      <pc:sldChg chg="modSp">
        <pc:chgData name="(s) Liam Catlin" userId="S::liam.catlin@students.plymouth.ac.uk::55c26519-beb6-474b-bcac-276bb0d03954" providerId="AD" clId="Web-{12C9FF5A-9CC0-7E5D-032F-5A6862B6CA2C}" dt="2025-11-04T10:53:50.307" v="28" actId="1076"/>
        <pc:sldMkLst>
          <pc:docMk/>
          <pc:sldMk cId="4058965334" sldId="265"/>
        </pc:sldMkLst>
        <pc:spChg chg="mod">
          <ac:chgData name="(s) Liam Catlin" userId="S::liam.catlin@students.plymouth.ac.uk::55c26519-beb6-474b-bcac-276bb0d03954" providerId="AD" clId="Web-{12C9FF5A-9CC0-7E5D-032F-5A6862B6CA2C}" dt="2025-11-04T10:53:14.440" v="16" actId="1076"/>
          <ac:spMkLst>
            <pc:docMk/>
            <pc:sldMk cId="4058965334" sldId="265"/>
            <ac:spMk id="5" creationId="{E9F74CAD-174C-2EF7-A84D-D2C97A25CD76}"/>
          </ac:spMkLst>
        </pc:spChg>
        <pc:spChg chg="mod">
          <ac:chgData name="(s) Liam Catlin" userId="S::liam.catlin@students.plymouth.ac.uk::55c26519-beb6-474b-bcac-276bb0d03954" providerId="AD" clId="Web-{12C9FF5A-9CC0-7E5D-032F-5A6862B6CA2C}" dt="2025-11-04T10:53:26.330" v="21" actId="1076"/>
          <ac:spMkLst>
            <pc:docMk/>
            <pc:sldMk cId="4058965334" sldId="265"/>
            <ac:spMk id="7" creationId="{21452634-EBEF-C140-D4FB-2662737BC6CC}"/>
          </ac:spMkLst>
        </pc:spChg>
        <pc:spChg chg="mod">
          <ac:chgData name="(s) Liam Catlin" userId="S::liam.catlin@students.plymouth.ac.uk::55c26519-beb6-474b-bcac-276bb0d03954" providerId="AD" clId="Web-{12C9FF5A-9CC0-7E5D-032F-5A6862B6CA2C}" dt="2025-11-04T10:53:50.307" v="28" actId="1076"/>
          <ac:spMkLst>
            <pc:docMk/>
            <pc:sldMk cId="4058965334" sldId="265"/>
            <ac:spMk id="9" creationId="{52AFCDF2-4070-8FAF-A330-00DA808AACCD}"/>
          </ac:spMkLst>
        </pc:spChg>
        <pc:spChg chg="mod">
          <ac:chgData name="(s) Liam Catlin" userId="S::liam.catlin@students.plymouth.ac.uk::55c26519-beb6-474b-bcac-276bb0d03954" providerId="AD" clId="Web-{12C9FF5A-9CC0-7E5D-032F-5A6862B6CA2C}" dt="2025-11-04T10:53:42.993" v="26" actId="1076"/>
          <ac:spMkLst>
            <pc:docMk/>
            <pc:sldMk cId="4058965334" sldId="265"/>
            <ac:spMk id="13" creationId="{E27E6A74-E1A5-808B-D16C-78955D5C8341}"/>
          </ac:spMkLst>
        </pc:spChg>
        <pc:picChg chg="mod">
          <ac:chgData name="(s) Liam Catlin" userId="S::liam.catlin@students.plymouth.ac.uk::55c26519-beb6-474b-bcac-276bb0d03954" providerId="AD" clId="Web-{12C9FF5A-9CC0-7E5D-032F-5A6862B6CA2C}" dt="2025-11-04T10:53:26.315" v="20" actId="1076"/>
          <ac:picMkLst>
            <pc:docMk/>
            <pc:sldMk cId="4058965334" sldId="265"/>
            <ac:picMk id="6" creationId="{C1A54816-175D-606E-E90E-3906997DE6BE}"/>
          </ac:picMkLst>
        </pc:picChg>
        <pc:picChg chg="mod">
          <ac:chgData name="(s) Liam Catlin" userId="S::liam.catlin@students.plymouth.ac.uk::55c26519-beb6-474b-bcac-276bb0d03954" providerId="AD" clId="Web-{12C9FF5A-9CC0-7E5D-032F-5A6862B6CA2C}" dt="2025-11-04T10:53:26.362" v="22" actId="1076"/>
          <ac:picMkLst>
            <pc:docMk/>
            <pc:sldMk cId="4058965334" sldId="265"/>
            <ac:picMk id="8" creationId="{9CE515A7-F1AF-D0B3-5489-7DE0D6E334A6}"/>
          </ac:picMkLst>
        </pc:picChg>
        <pc:picChg chg="mod">
          <ac:chgData name="(s) Liam Catlin" userId="S::liam.catlin@students.plymouth.ac.uk::55c26519-beb6-474b-bcac-276bb0d03954" providerId="AD" clId="Web-{12C9FF5A-9CC0-7E5D-032F-5A6862B6CA2C}" dt="2025-11-04T10:53:42.946" v="25" actId="1076"/>
          <ac:picMkLst>
            <pc:docMk/>
            <pc:sldMk cId="4058965334" sldId="265"/>
            <ac:picMk id="10" creationId="{DE3DBB93-49A1-45A0-2EA3-9FE58457FB8D}"/>
          </ac:picMkLst>
        </pc:picChg>
        <pc:picChg chg="mod">
          <ac:chgData name="(s) Liam Catlin" userId="S::liam.catlin@students.plymouth.ac.uk::55c26519-beb6-474b-bcac-276bb0d03954" providerId="AD" clId="Web-{12C9FF5A-9CC0-7E5D-032F-5A6862B6CA2C}" dt="2025-11-04T10:53:43.556" v="27" actId="1076"/>
          <ac:picMkLst>
            <pc:docMk/>
            <pc:sldMk cId="4058965334" sldId="265"/>
            <ac:picMk id="12" creationId="{C770F56C-B9C4-2385-081F-C54FAA5BBD8B}"/>
          </ac:picMkLst>
        </pc:picChg>
        <pc:cxnChg chg="mod">
          <ac:chgData name="(s) Liam Catlin" userId="S::liam.catlin@students.plymouth.ac.uk::55c26519-beb6-474b-bcac-276bb0d03954" providerId="AD" clId="Web-{12C9FF5A-9CC0-7E5D-032F-5A6862B6CA2C}" dt="2025-11-04T10:53:26.362" v="23" actId="1076"/>
          <ac:cxnSpMkLst>
            <pc:docMk/>
            <pc:sldMk cId="4058965334" sldId="265"/>
            <ac:cxnSpMk id="14" creationId="{4174FA94-EA40-2D65-8BCF-2A8190361012}"/>
          </ac:cxnSpMkLst>
        </pc:cxnChg>
        <pc:cxnChg chg="mod">
          <ac:chgData name="(s) Liam Catlin" userId="S::liam.catlin@students.plymouth.ac.uk::55c26519-beb6-474b-bcac-276bb0d03954" providerId="AD" clId="Web-{12C9FF5A-9CC0-7E5D-032F-5A6862B6CA2C}" dt="2025-11-04T10:53:35.788" v="24" actId="1076"/>
          <ac:cxnSpMkLst>
            <pc:docMk/>
            <pc:sldMk cId="4058965334" sldId="265"/>
            <ac:cxnSpMk id="15" creationId="{5FBF532C-17DD-49A3-3A4E-B5E9B8FAF063}"/>
          </ac:cxnSpMkLst>
        </pc:cxnChg>
      </pc:sldChg>
      <pc:sldChg chg="addSp delSp modSp new modNotes">
        <pc:chgData name="(s) Liam Catlin" userId="S::liam.catlin@students.plymouth.ac.uk::55c26519-beb6-474b-bcac-276bb0d03954" providerId="AD" clId="Web-{12C9FF5A-9CC0-7E5D-032F-5A6862B6CA2C}" dt="2025-11-04T12:13:16.314" v="351"/>
        <pc:sldMkLst>
          <pc:docMk/>
          <pc:sldMk cId="83636837" sldId="266"/>
        </pc:sldMkLst>
        <pc:spChg chg="del">
          <ac:chgData name="(s) Liam Catlin" userId="S::liam.catlin@students.plymouth.ac.uk::55c26519-beb6-474b-bcac-276bb0d03954" providerId="AD" clId="Web-{12C9FF5A-9CC0-7E5D-032F-5A6862B6CA2C}" dt="2025-11-04T12:04:30.626" v="160"/>
          <ac:spMkLst>
            <pc:docMk/>
            <pc:sldMk cId="83636837" sldId="266"/>
            <ac:spMk id="2" creationId="{77B0C828-7F86-7D31-C473-5AEB8313B1C7}"/>
          </ac:spMkLst>
        </pc:spChg>
        <pc:spChg chg="del mod">
          <ac:chgData name="(s) Liam Catlin" userId="S::liam.catlin@students.plymouth.ac.uk::55c26519-beb6-474b-bcac-276bb0d03954" providerId="AD" clId="Web-{12C9FF5A-9CC0-7E5D-032F-5A6862B6CA2C}" dt="2025-11-04T12:04:49.471" v="162"/>
          <ac:spMkLst>
            <pc:docMk/>
            <pc:sldMk cId="83636837" sldId="266"/>
            <ac:spMk id="3" creationId="{F48F764C-0839-229C-ECA5-95CD676511BE}"/>
          </ac:spMkLst>
        </pc:spChg>
        <pc:spChg chg="add mod">
          <ac:chgData name="(s) Liam Catlin" userId="S::liam.catlin@students.plymouth.ac.uk::55c26519-beb6-474b-bcac-276bb0d03954" providerId="AD" clId="Web-{12C9FF5A-9CC0-7E5D-032F-5A6862B6CA2C}" dt="2025-11-04T12:06:14.848" v="189" actId="1076"/>
          <ac:spMkLst>
            <pc:docMk/>
            <pc:sldMk cId="83636837" sldId="266"/>
            <ac:spMk id="8" creationId="{36428E14-8AFD-6A7B-7E39-3FB796A7B812}"/>
          </ac:spMkLst>
        </pc:spChg>
      </pc:sldChg>
    </pc:docChg>
  </pc:docChgLst>
  <pc:docChgLst>
    <pc:chgData name="(s) Liam Catlin" userId="S::liam.catlin@students.plymouth.ac.uk::55c26519-beb6-474b-bcac-276bb0d03954" providerId="AD" clId="Web-{B08AC766-3FF1-F7A3-2ED7-C71CD71A250F}"/>
    <pc:docChg chg="mod addSld modSld sldOrd addMainMaster delMainMaster">
      <pc:chgData name="(s) Liam Catlin" userId="S::liam.catlin@students.plymouth.ac.uk::55c26519-beb6-474b-bcac-276bb0d03954" providerId="AD" clId="Web-{B08AC766-3FF1-F7A3-2ED7-C71CD71A250F}" dt="2025-11-03T16:20:38.495" v="559" actId="1076"/>
      <pc:docMkLst>
        <pc:docMk/>
      </pc:docMkLst>
      <pc:sldChg chg="addSp delSp modSp mod modClrScheme chgLayout">
        <pc:chgData name="(s) Liam Catlin" userId="S::liam.catlin@students.plymouth.ac.uk::55c26519-beb6-474b-bcac-276bb0d03954" providerId="AD" clId="Web-{B08AC766-3FF1-F7A3-2ED7-C71CD71A250F}" dt="2025-11-03T16:19:58.103" v="557"/>
        <pc:sldMkLst>
          <pc:docMk/>
          <pc:sldMk cId="2836659412" sldId="256"/>
        </pc:sldMkLst>
        <pc:spChg chg="add mod">
          <ac:chgData name="(s) Liam Catlin" userId="S::liam.catlin@students.plymouth.ac.uk::55c26519-beb6-474b-bcac-276bb0d03954" providerId="AD" clId="Web-{B08AC766-3FF1-F7A3-2ED7-C71CD71A250F}" dt="2025-11-03T16:12:35.698" v="535" actId="20577"/>
          <ac:spMkLst>
            <pc:docMk/>
            <pc:sldMk cId="2836659412" sldId="256"/>
            <ac:spMk id="2" creationId="{CFFAD4C6-D1C4-1F39-D96A-C8FCDFCD221E}"/>
          </ac:spMkLst>
        </pc:spChg>
        <pc:spChg chg="add mod">
          <ac:chgData name="(s) Liam Catlin" userId="S::liam.catlin@students.plymouth.ac.uk::55c26519-beb6-474b-bcac-276bb0d03954" providerId="AD" clId="Web-{B08AC766-3FF1-F7A3-2ED7-C71CD71A250F}" dt="2025-11-03T16:14:17.869" v="556" actId="1076"/>
          <ac:spMkLst>
            <pc:docMk/>
            <pc:sldMk cId="2836659412" sldId="256"/>
            <ac:spMk id="6" creationId="{8BE87CA0-4F6B-9141-A03E-0C226D9E1CAC}"/>
          </ac:spMkLst>
        </pc:spChg>
        <pc:picChg chg="add mod">
          <ac:chgData name="(s) Liam Catlin" userId="S::liam.catlin@students.plymouth.ac.uk::55c26519-beb6-474b-bcac-276bb0d03954" providerId="AD" clId="Web-{B08AC766-3FF1-F7A3-2ED7-C71CD71A250F}" dt="2025-11-03T16:11:31.119" v="522" actId="1076"/>
          <ac:picMkLst>
            <pc:docMk/>
            <pc:sldMk cId="2836659412" sldId="256"/>
            <ac:picMk id="4" creationId="{5150E89E-BFE9-F896-C645-FD580C1650BB}"/>
          </ac:picMkLst>
        </pc:picChg>
        <pc:picChg chg="del">
          <ac:chgData name="(s) Liam Catlin" userId="S::liam.catlin@students.plymouth.ac.uk::55c26519-beb6-474b-bcac-276bb0d03954" providerId="AD" clId="Web-{B08AC766-3FF1-F7A3-2ED7-C71CD71A250F}" dt="2025-11-03T16:08:40.066" v="474"/>
          <ac:picMkLst>
            <pc:docMk/>
            <pc:sldMk cId="2836659412" sldId="256"/>
            <ac:picMk id="7" creationId="{B59BE204-B94F-6540-2101-09A24B517E55}"/>
          </ac:picMkLst>
        </pc:picChg>
        <pc:cxnChg chg="add mod">
          <ac:chgData name="(s) Liam Catlin" userId="S::liam.catlin@students.plymouth.ac.uk::55c26519-beb6-474b-bcac-276bb0d03954" providerId="AD" clId="Web-{B08AC766-3FF1-F7A3-2ED7-C71CD71A250F}" dt="2025-11-03T16:13:01.823" v="539" actId="14100"/>
          <ac:cxnSpMkLst>
            <pc:docMk/>
            <pc:sldMk cId="2836659412" sldId="256"/>
            <ac:cxnSpMk id="5" creationId="{F8F6FEA5-7EA6-831E-7302-B1F1DDDDE55F}"/>
          </ac:cxnSpMkLst>
        </pc:cxnChg>
      </pc:sldChg>
      <pc:sldChg chg="modSp mod modClrScheme chgLayout">
        <pc:chgData name="(s) Liam Catlin" userId="S::liam.catlin@students.plymouth.ac.uk::55c26519-beb6-474b-bcac-276bb0d03954" providerId="AD" clId="Web-{B08AC766-3FF1-F7A3-2ED7-C71CD71A250F}" dt="2025-11-03T16:20:38.495" v="559" actId="1076"/>
        <pc:sldMkLst>
          <pc:docMk/>
          <pc:sldMk cId="912324987" sldId="257"/>
        </pc:sldMkLst>
        <pc:spChg chg="mod ord">
          <ac:chgData name="(s) Liam Catlin" userId="S::liam.catlin@students.plymouth.ac.uk::55c26519-beb6-474b-bcac-276bb0d03954" providerId="AD" clId="Web-{B08AC766-3FF1-F7A3-2ED7-C71CD71A250F}" dt="2025-11-03T16:20:38.495" v="559" actId="1076"/>
          <ac:spMkLst>
            <pc:docMk/>
            <pc:sldMk cId="912324987" sldId="257"/>
            <ac:spMk id="2" creationId="{0A07266D-0CC5-C617-5715-8E5FAF390D2C}"/>
          </ac:spMkLst>
        </pc:spChg>
      </pc:sldChg>
      <pc:sldChg chg="modSp mod modClrScheme chgLayout">
        <pc:chgData name="(s) Liam Catlin" userId="S::liam.catlin@students.plymouth.ac.uk::55c26519-beb6-474b-bcac-276bb0d03954" providerId="AD" clId="Web-{B08AC766-3FF1-F7A3-2ED7-C71CD71A250F}" dt="2025-11-03T16:19:58.103" v="557"/>
        <pc:sldMkLst>
          <pc:docMk/>
          <pc:sldMk cId="2182758057" sldId="258"/>
        </pc:sldMkLst>
        <pc:spChg chg="mod ord">
          <ac:chgData name="(s) Liam Catlin" userId="S::liam.catlin@students.plymouth.ac.uk::55c26519-beb6-474b-bcac-276bb0d03954" providerId="AD" clId="Web-{B08AC766-3FF1-F7A3-2ED7-C71CD71A250F}" dt="2025-11-03T16:19:58.103" v="557"/>
          <ac:spMkLst>
            <pc:docMk/>
            <pc:sldMk cId="2182758057" sldId="258"/>
            <ac:spMk id="2" creationId="{BEFAB780-0C62-A016-0F43-BB0086077CDC}"/>
          </ac:spMkLst>
        </pc:spChg>
      </pc:sldChg>
      <pc:sldChg chg="addSp delSp modSp new mod setBg modClrScheme chgLayout">
        <pc:chgData name="(s) Liam Catlin" userId="S::liam.catlin@students.plymouth.ac.uk::55c26519-beb6-474b-bcac-276bb0d03954" providerId="AD" clId="Web-{B08AC766-3FF1-F7A3-2ED7-C71CD71A250F}" dt="2025-11-03T16:19:58.103" v="557"/>
        <pc:sldMkLst>
          <pc:docMk/>
          <pc:sldMk cId="292141526" sldId="259"/>
        </pc:sldMkLst>
        <pc:spChg chg="del">
          <ac:chgData name="(s) Liam Catlin" userId="S::liam.catlin@students.plymouth.ac.uk::55c26519-beb6-474b-bcac-276bb0d03954" providerId="AD" clId="Web-{B08AC766-3FF1-F7A3-2ED7-C71CD71A250F}" dt="2025-11-03T14:38:46.598" v="4"/>
          <ac:spMkLst>
            <pc:docMk/>
            <pc:sldMk cId="292141526" sldId="259"/>
            <ac:spMk id="2" creationId="{DDC07C4C-C795-2D11-BDED-C55DC8A81974}"/>
          </ac:spMkLst>
        </pc:spChg>
        <pc:spChg chg="add del">
          <ac:chgData name="(s) Liam Catlin" userId="S::liam.catlin@students.plymouth.ac.uk::55c26519-beb6-474b-bcac-276bb0d03954" providerId="AD" clId="Web-{B08AC766-3FF1-F7A3-2ED7-C71CD71A250F}" dt="2025-11-03T14:39:05.491" v="9"/>
          <ac:spMkLst>
            <pc:docMk/>
            <pc:sldMk cId="292141526" sldId="259"/>
            <ac:spMk id="3" creationId="{29B7E522-CBEE-D2F0-1429-A7D51D417F79}"/>
          </ac:spMkLst>
        </pc:spChg>
        <pc:spChg chg="add del">
          <ac:chgData name="(s) Liam Catlin" userId="S::liam.catlin@students.plymouth.ac.uk::55c26519-beb6-474b-bcac-276bb0d03954" providerId="AD" clId="Web-{B08AC766-3FF1-F7A3-2ED7-C71CD71A250F}" dt="2025-11-03T14:40:13.215" v="17"/>
          <ac:spMkLst>
            <pc:docMk/>
            <pc:sldMk cId="292141526" sldId="259"/>
            <ac:spMk id="10" creationId="{42A4FC2C-047E-45A5-965D-8E1E3BF09BC6}"/>
          </ac:spMkLst>
        </pc:spChg>
        <pc:picChg chg="add del mod">
          <ac:chgData name="(s) Liam Catlin" userId="S::liam.catlin@students.plymouth.ac.uk::55c26519-beb6-474b-bcac-276bb0d03954" providerId="AD" clId="Web-{B08AC766-3FF1-F7A3-2ED7-C71CD71A250F}" dt="2025-11-03T14:38:59.803" v="7"/>
          <ac:picMkLst>
            <pc:docMk/>
            <pc:sldMk cId="292141526" sldId="259"/>
            <ac:picMk id="4" creationId="{83A2C18E-1BAE-2633-F5CD-634FF3896478}"/>
          </ac:picMkLst>
        </pc:picChg>
        <pc:picChg chg="add del mod">
          <ac:chgData name="(s) Liam Catlin" userId="S::liam.catlin@students.plymouth.ac.uk::55c26519-beb6-474b-bcac-276bb0d03954" providerId="AD" clId="Web-{B08AC766-3FF1-F7A3-2ED7-C71CD71A250F}" dt="2025-11-03T14:39:55.932" v="15"/>
          <ac:picMkLst>
            <pc:docMk/>
            <pc:sldMk cId="292141526" sldId="259"/>
            <ac:picMk id="5" creationId="{C33B687F-C751-26A7-8975-2752CF2499C7}"/>
          </ac:picMkLst>
        </pc:picChg>
        <pc:picChg chg="add mod">
          <ac:chgData name="(s) Liam Catlin" userId="S::liam.catlin@students.plymouth.ac.uk::55c26519-beb6-474b-bcac-276bb0d03954" providerId="AD" clId="Web-{B08AC766-3FF1-F7A3-2ED7-C71CD71A250F}" dt="2025-11-03T14:40:13.215" v="17"/>
          <ac:picMkLst>
            <pc:docMk/>
            <pc:sldMk cId="292141526" sldId="259"/>
            <ac:picMk id="6" creationId="{4820B99A-A76D-B246-0781-2F005861D6C7}"/>
          </ac:picMkLst>
        </pc:picChg>
      </pc:sldChg>
      <pc:sldChg chg="addSp delSp modSp new mod setBg modClrScheme chgLayout">
        <pc:chgData name="(s) Liam Catlin" userId="S::liam.catlin@students.plymouth.ac.uk::55c26519-beb6-474b-bcac-276bb0d03954" providerId="AD" clId="Web-{B08AC766-3FF1-F7A3-2ED7-C71CD71A250F}" dt="2025-11-03T16:19:58.103" v="557"/>
        <pc:sldMkLst>
          <pc:docMk/>
          <pc:sldMk cId="1953272670" sldId="260"/>
        </pc:sldMkLst>
        <pc:spChg chg="del">
          <ac:chgData name="(s) Liam Catlin" userId="S::liam.catlin@students.plymouth.ac.uk::55c26519-beb6-474b-bcac-276bb0d03954" providerId="AD" clId="Web-{B08AC766-3FF1-F7A3-2ED7-C71CD71A250F}" dt="2025-11-03T14:40:47.014" v="19"/>
          <ac:spMkLst>
            <pc:docMk/>
            <pc:sldMk cId="1953272670" sldId="260"/>
            <ac:spMk id="2" creationId="{FC860C36-4529-B939-40E1-D295D4F8B0C1}"/>
          </ac:spMkLst>
        </pc:spChg>
        <pc:spChg chg="del">
          <ac:chgData name="(s) Liam Catlin" userId="S::liam.catlin@students.plymouth.ac.uk::55c26519-beb6-474b-bcac-276bb0d03954" providerId="AD" clId="Web-{B08AC766-3FF1-F7A3-2ED7-C71CD71A250F}" dt="2025-11-03T14:40:50.890" v="20"/>
          <ac:spMkLst>
            <pc:docMk/>
            <pc:sldMk cId="1953272670" sldId="260"/>
            <ac:spMk id="3" creationId="{C663F472-9996-B4C8-A682-DF3095466417}"/>
          </ac:spMkLst>
        </pc:spChg>
        <pc:picChg chg="add mod">
          <ac:chgData name="(s) Liam Catlin" userId="S::liam.catlin@students.plymouth.ac.uk::55c26519-beb6-474b-bcac-276bb0d03954" providerId="AD" clId="Web-{B08AC766-3FF1-F7A3-2ED7-C71CD71A250F}" dt="2025-11-03T14:41:25.579" v="22"/>
          <ac:picMkLst>
            <pc:docMk/>
            <pc:sldMk cId="1953272670" sldId="260"/>
            <ac:picMk id="4" creationId="{F695BD53-6E36-A59D-A059-7839A21436DA}"/>
          </ac:picMkLst>
        </pc:picChg>
      </pc:sldChg>
      <pc:sldChg chg="addSp delSp modSp new mod setBg modClrScheme chgLayout">
        <pc:chgData name="(s) Liam Catlin" userId="S::liam.catlin@students.plymouth.ac.uk::55c26519-beb6-474b-bcac-276bb0d03954" providerId="AD" clId="Web-{B08AC766-3FF1-F7A3-2ED7-C71CD71A250F}" dt="2025-11-03T16:19:58.103" v="557"/>
        <pc:sldMkLst>
          <pc:docMk/>
          <pc:sldMk cId="3254864583" sldId="261"/>
        </pc:sldMkLst>
        <pc:spChg chg="del">
          <ac:chgData name="(s) Liam Catlin" userId="S::liam.catlin@students.plymouth.ac.uk::55c26519-beb6-474b-bcac-276bb0d03954" providerId="AD" clId="Web-{B08AC766-3FF1-F7A3-2ED7-C71CD71A250F}" dt="2025-11-03T14:41:52.643" v="24"/>
          <ac:spMkLst>
            <pc:docMk/>
            <pc:sldMk cId="3254864583" sldId="261"/>
            <ac:spMk id="2" creationId="{1C6469FA-B524-5383-D0DB-9B4A4880E814}"/>
          </ac:spMkLst>
        </pc:spChg>
        <pc:spChg chg="del">
          <ac:chgData name="(s) Liam Catlin" userId="S::liam.catlin@students.plymouth.ac.uk::55c26519-beb6-474b-bcac-276bb0d03954" providerId="AD" clId="Web-{B08AC766-3FF1-F7A3-2ED7-C71CD71A250F}" dt="2025-11-03T14:41:55.487" v="25"/>
          <ac:spMkLst>
            <pc:docMk/>
            <pc:sldMk cId="3254864583" sldId="261"/>
            <ac:spMk id="3" creationId="{AA0FBBDF-3E0A-61FC-B597-D9D4ADDFFCBE}"/>
          </ac:spMkLst>
        </pc:spChg>
        <pc:picChg chg="add mod">
          <ac:chgData name="(s) Liam Catlin" userId="S::liam.catlin@students.plymouth.ac.uk::55c26519-beb6-474b-bcac-276bb0d03954" providerId="AD" clId="Web-{B08AC766-3FF1-F7A3-2ED7-C71CD71A250F}" dt="2025-11-03T14:42:25.177" v="27"/>
          <ac:picMkLst>
            <pc:docMk/>
            <pc:sldMk cId="3254864583" sldId="261"/>
            <ac:picMk id="4" creationId="{3B95214E-700F-41A3-8FEF-F1AFDD0B0089}"/>
          </ac:picMkLst>
        </pc:picChg>
      </pc:sldChg>
      <pc:sldChg chg="addSp delSp modSp new mod setBg modClrScheme chgLayout">
        <pc:chgData name="(s) Liam Catlin" userId="S::liam.catlin@students.plymouth.ac.uk::55c26519-beb6-474b-bcac-276bb0d03954" providerId="AD" clId="Web-{B08AC766-3FF1-F7A3-2ED7-C71CD71A250F}" dt="2025-11-03T16:19:58.103" v="557"/>
        <pc:sldMkLst>
          <pc:docMk/>
          <pc:sldMk cId="3950733468" sldId="262"/>
        </pc:sldMkLst>
        <pc:spChg chg="del">
          <ac:chgData name="(s) Liam Catlin" userId="S::liam.catlin@students.plymouth.ac.uk::55c26519-beb6-474b-bcac-276bb0d03954" providerId="AD" clId="Web-{B08AC766-3FF1-F7A3-2ED7-C71CD71A250F}" dt="2025-11-03T14:42:54.100" v="29"/>
          <ac:spMkLst>
            <pc:docMk/>
            <pc:sldMk cId="3950733468" sldId="262"/>
            <ac:spMk id="2" creationId="{51DBB8E7-B1B5-336A-7A8A-58CD4191AD30}"/>
          </ac:spMkLst>
        </pc:spChg>
        <pc:spChg chg="del">
          <ac:chgData name="(s) Liam Catlin" userId="S::liam.catlin@students.plymouth.ac.uk::55c26519-beb6-474b-bcac-276bb0d03954" providerId="AD" clId="Web-{B08AC766-3FF1-F7A3-2ED7-C71CD71A250F}" dt="2025-11-03T14:42:58.538" v="30"/>
          <ac:spMkLst>
            <pc:docMk/>
            <pc:sldMk cId="3950733468" sldId="262"/>
            <ac:spMk id="3" creationId="{365B4718-BEE8-9986-603B-3D3BEB9ACDB5}"/>
          </ac:spMkLst>
        </pc:spChg>
        <pc:picChg chg="add mod ord">
          <ac:chgData name="(s) Liam Catlin" userId="S::liam.catlin@students.plymouth.ac.uk::55c26519-beb6-474b-bcac-276bb0d03954" providerId="AD" clId="Web-{B08AC766-3FF1-F7A3-2ED7-C71CD71A250F}" dt="2025-11-03T16:19:58.103" v="557"/>
          <ac:picMkLst>
            <pc:docMk/>
            <pc:sldMk cId="3950733468" sldId="262"/>
            <ac:picMk id="4" creationId="{E7D42762-6C17-0180-9BA7-130E4147AD39}"/>
          </ac:picMkLst>
        </pc:picChg>
      </pc:sldChg>
      <pc:sldChg chg="addSp delSp modSp new mod setBg modClrScheme chgLayout">
        <pc:chgData name="(s) Liam Catlin" userId="S::liam.catlin@students.plymouth.ac.uk::55c26519-beb6-474b-bcac-276bb0d03954" providerId="AD" clId="Web-{B08AC766-3FF1-F7A3-2ED7-C71CD71A250F}" dt="2025-11-03T16:19:58.103" v="557"/>
        <pc:sldMkLst>
          <pc:docMk/>
          <pc:sldMk cId="795350226" sldId="263"/>
        </pc:sldMkLst>
        <pc:spChg chg="del">
          <ac:chgData name="(s) Liam Catlin" userId="S::liam.catlin@students.plymouth.ac.uk::55c26519-beb6-474b-bcac-276bb0d03954" providerId="AD" clId="Web-{B08AC766-3FF1-F7A3-2ED7-C71CD71A250F}" dt="2025-11-03T14:43:38.508" v="33"/>
          <ac:spMkLst>
            <pc:docMk/>
            <pc:sldMk cId="795350226" sldId="263"/>
            <ac:spMk id="2" creationId="{5C2666E9-B1D6-3C48-CCBC-7F383493B66C}"/>
          </ac:spMkLst>
        </pc:spChg>
        <pc:spChg chg="del">
          <ac:chgData name="(s) Liam Catlin" userId="S::liam.catlin@students.plymouth.ac.uk::55c26519-beb6-474b-bcac-276bb0d03954" providerId="AD" clId="Web-{B08AC766-3FF1-F7A3-2ED7-C71CD71A250F}" dt="2025-11-03T14:43:44.509" v="34"/>
          <ac:spMkLst>
            <pc:docMk/>
            <pc:sldMk cId="795350226" sldId="263"/>
            <ac:spMk id="3" creationId="{180B387C-851C-0575-6BDA-1E4F560498AD}"/>
          </ac:spMkLst>
        </pc:spChg>
        <pc:picChg chg="add mod">
          <ac:chgData name="(s) Liam Catlin" userId="S::liam.catlin@students.plymouth.ac.uk::55c26519-beb6-474b-bcac-276bb0d03954" providerId="AD" clId="Web-{B08AC766-3FF1-F7A3-2ED7-C71CD71A250F}" dt="2025-11-03T14:43:53.009" v="36"/>
          <ac:picMkLst>
            <pc:docMk/>
            <pc:sldMk cId="795350226" sldId="263"/>
            <ac:picMk id="4" creationId="{068C0C86-E758-AD25-4945-3F522F11A629}"/>
          </ac:picMkLst>
        </pc:picChg>
      </pc:sldChg>
      <pc:sldChg chg="addSp delSp modSp new mod ord modClrScheme chgLayout modNotes">
        <pc:chgData name="(s) Liam Catlin" userId="S::liam.catlin@students.plymouth.ac.uk::55c26519-beb6-474b-bcac-276bb0d03954" providerId="AD" clId="Web-{B08AC766-3FF1-F7A3-2ED7-C71CD71A250F}" dt="2025-11-03T16:19:58.103" v="557"/>
        <pc:sldMkLst>
          <pc:docMk/>
          <pc:sldMk cId="3302999911" sldId="264"/>
        </pc:sldMkLst>
        <pc:spChg chg="del">
          <ac:chgData name="(s) Liam Catlin" userId="S::liam.catlin@students.plymouth.ac.uk::55c26519-beb6-474b-bcac-276bb0d03954" providerId="AD" clId="Web-{B08AC766-3FF1-F7A3-2ED7-C71CD71A250F}" dt="2025-11-03T14:48:54.879" v="64"/>
          <ac:spMkLst>
            <pc:docMk/>
            <pc:sldMk cId="3302999911" sldId="264"/>
            <ac:spMk id="2" creationId="{4368D512-D2BD-12AB-5AA1-A38C52B563EE}"/>
          </ac:spMkLst>
        </pc:spChg>
        <pc:spChg chg="del">
          <ac:chgData name="(s) Liam Catlin" userId="S::liam.catlin@students.plymouth.ac.uk::55c26519-beb6-474b-bcac-276bb0d03954" providerId="AD" clId="Web-{B08AC766-3FF1-F7A3-2ED7-C71CD71A250F}" dt="2025-11-03T14:49:02.489" v="65"/>
          <ac:spMkLst>
            <pc:docMk/>
            <pc:sldMk cId="3302999911" sldId="264"/>
            <ac:spMk id="3" creationId="{BF93F13C-2B93-25F3-F962-0E30556C3547}"/>
          </ac:spMkLst>
        </pc:spChg>
        <pc:spChg chg="add mod ord">
          <ac:chgData name="(s) Liam Catlin" userId="S::liam.catlin@students.plymouth.ac.uk::55c26519-beb6-474b-bcac-276bb0d03954" providerId="AD" clId="Web-{B08AC766-3FF1-F7A3-2ED7-C71CD71A250F}" dt="2025-11-03T16:19:58.103" v="557"/>
          <ac:spMkLst>
            <pc:docMk/>
            <pc:sldMk cId="3302999911" sldId="264"/>
            <ac:spMk id="5" creationId="{32C386B7-DAEC-02CC-9C59-AB9E54335DAB}"/>
          </ac:spMkLst>
        </pc:spChg>
      </pc:sldChg>
      <pc:sldChg chg="addSp delSp modSp new mod modClrScheme chgLayout modNotes">
        <pc:chgData name="(s) Liam Catlin" userId="S::liam.catlin@students.plymouth.ac.uk::55c26519-beb6-474b-bcac-276bb0d03954" providerId="AD" clId="Web-{B08AC766-3FF1-F7A3-2ED7-C71CD71A250F}" dt="2025-11-03T16:19:58.103" v="557"/>
        <pc:sldMkLst>
          <pc:docMk/>
          <pc:sldMk cId="4058965334" sldId="265"/>
        </pc:sldMkLst>
        <pc:spChg chg="del">
          <ac:chgData name="(s) Liam Catlin" userId="S::liam.catlin@students.plymouth.ac.uk::55c26519-beb6-474b-bcac-276bb0d03954" providerId="AD" clId="Web-{B08AC766-3FF1-F7A3-2ED7-C71CD71A250F}" dt="2025-11-03T15:04:22.189" v="99"/>
          <ac:spMkLst>
            <pc:docMk/>
            <pc:sldMk cId="4058965334" sldId="265"/>
            <ac:spMk id="2" creationId="{C5DC5A8E-864A-A52E-1204-9E90E9ECC56A}"/>
          </ac:spMkLst>
        </pc:spChg>
        <pc:spChg chg="del">
          <ac:chgData name="(s) Liam Catlin" userId="S::liam.catlin@students.plymouth.ac.uk::55c26519-beb6-474b-bcac-276bb0d03954" providerId="AD" clId="Web-{B08AC766-3FF1-F7A3-2ED7-C71CD71A250F}" dt="2025-11-03T15:04:54.487" v="100"/>
          <ac:spMkLst>
            <pc:docMk/>
            <pc:sldMk cId="4058965334" sldId="265"/>
            <ac:spMk id="3" creationId="{095417E3-D2A3-0451-29F5-0064B59562E0}"/>
          </ac:spMkLst>
        </pc:spChg>
        <pc:spChg chg="add mod ord">
          <ac:chgData name="(s) Liam Catlin" userId="S::liam.catlin@students.plymouth.ac.uk::55c26519-beb6-474b-bcac-276bb0d03954" providerId="AD" clId="Web-{B08AC766-3FF1-F7A3-2ED7-C71CD71A250F}" dt="2025-11-03T16:19:58.103" v="557"/>
          <ac:spMkLst>
            <pc:docMk/>
            <pc:sldMk cId="4058965334" sldId="265"/>
            <ac:spMk id="5" creationId="{E9F74CAD-174C-2EF7-A84D-D2C97A25CD76}"/>
          </ac:spMkLst>
        </pc:spChg>
        <pc:spChg chg="add mod">
          <ac:chgData name="(s) Liam Catlin" userId="S::liam.catlin@students.plymouth.ac.uk::55c26519-beb6-474b-bcac-276bb0d03954" providerId="AD" clId="Web-{B08AC766-3FF1-F7A3-2ED7-C71CD71A250F}" dt="2025-11-03T15:24:18.226" v="393" actId="14100"/>
          <ac:spMkLst>
            <pc:docMk/>
            <pc:sldMk cId="4058965334" sldId="265"/>
            <ac:spMk id="7" creationId="{21452634-EBEF-C140-D4FB-2662737BC6CC}"/>
          </ac:spMkLst>
        </pc:spChg>
        <pc:spChg chg="add mod">
          <ac:chgData name="(s) Liam Catlin" userId="S::liam.catlin@students.plymouth.ac.uk::55c26519-beb6-474b-bcac-276bb0d03954" providerId="AD" clId="Web-{B08AC766-3FF1-F7A3-2ED7-C71CD71A250F}" dt="2025-11-03T15:35:22.961" v="426" actId="1076"/>
          <ac:spMkLst>
            <pc:docMk/>
            <pc:sldMk cId="4058965334" sldId="265"/>
            <ac:spMk id="9" creationId="{52AFCDF2-4070-8FAF-A330-00DA808AACCD}"/>
          </ac:spMkLst>
        </pc:spChg>
        <pc:spChg chg="add mod">
          <ac:chgData name="(s) Liam Catlin" userId="S::liam.catlin@students.plymouth.ac.uk::55c26519-beb6-474b-bcac-276bb0d03954" providerId="AD" clId="Web-{B08AC766-3FF1-F7A3-2ED7-C71CD71A250F}" dt="2025-11-03T15:54:56.293" v="465" actId="1076"/>
          <ac:spMkLst>
            <pc:docMk/>
            <pc:sldMk cId="4058965334" sldId="265"/>
            <ac:spMk id="13" creationId="{E27E6A74-E1A5-808B-D16C-78955D5C8341}"/>
          </ac:spMkLst>
        </pc:spChg>
        <pc:picChg chg="add mod modCrop">
          <ac:chgData name="(s) Liam Catlin" userId="S::liam.catlin@students.plymouth.ac.uk::55c26519-beb6-474b-bcac-276bb0d03954" providerId="AD" clId="Web-{B08AC766-3FF1-F7A3-2ED7-C71CD71A250F}" dt="2025-11-03T15:26:19.226" v="402"/>
          <ac:picMkLst>
            <pc:docMk/>
            <pc:sldMk cId="4058965334" sldId="265"/>
            <ac:picMk id="6" creationId="{C1A54816-175D-606E-E90E-3906997DE6BE}"/>
          </ac:picMkLst>
        </pc:picChg>
        <pc:picChg chg="add mod modCrop">
          <ac:chgData name="(s) Liam Catlin" userId="S::liam.catlin@students.plymouth.ac.uk::55c26519-beb6-474b-bcac-276bb0d03954" providerId="AD" clId="Web-{B08AC766-3FF1-F7A3-2ED7-C71CD71A250F}" dt="2025-11-03T15:35:22.961" v="425" actId="1076"/>
          <ac:picMkLst>
            <pc:docMk/>
            <pc:sldMk cId="4058965334" sldId="265"/>
            <ac:picMk id="8" creationId="{9CE515A7-F1AF-D0B3-5489-7DE0D6E334A6}"/>
          </ac:picMkLst>
        </pc:picChg>
        <pc:picChg chg="add mod">
          <ac:chgData name="(s) Liam Catlin" userId="S::liam.catlin@students.plymouth.ac.uk::55c26519-beb6-474b-bcac-276bb0d03954" providerId="AD" clId="Web-{B08AC766-3FF1-F7A3-2ED7-C71CD71A250F}" dt="2025-11-03T15:54:56.277" v="463" actId="1076"/>
          <ac:picMkLst>
            <pc:docMk/>
            <pc:sldMk cId="4058965334" sldId="265"/>
            <ac:picMk id="10" creationId="{DE3DBB93-49A1-45A0-2EA3-9FE58457FB8D}"/>
          </ac:picMkLst>
        </pc:picChg>
        <pc:picChg chg="add mod">
          <ac:chgData name="(s) Liam Catlin" userId="S::liam.catlin@students.plymouth.ac.uk::55c26519-beb6-474b-bcac-276bb0d03954" providerId="AD" clId="Web-{B08AC766-3FF1-F7A3-2ED7-C71CD71A250F}" dt="2025-11-03T15:54:56.293" v="464" actId="1076"/>
          <ac:picMkLst>
            <pc:docMk/>
            <pc:sldMk cId="4058965334" sldId="265"/>
            <ac:picMk id="12" creationId="{C770F56C-B9C4-2385-081F-C54FAA5BBD8B}"/>
          </ac:picMkLst>
        </pc:picChg>
        <pc:cxnChg chg="add mod">
          <ac:chgData name="(s) Liam Catlin" userId="S::liam.catlin@students.plymouth.ac.uk::55c26519-beb6-474b-bcac-276bb0d03954" providerId="AD" clId="Web-{B08AC766-3FF1-F7A3-2ED7-C71CD71A250F}" dt="2025-11-03T15:55:46.513" v="469" actId="14100"/>
          <ac:cxnSpMkLst>
            <pc:docMk/>
            <pc:sldMk cId="4058965334" sldId="265"/>
            <ac:cxnSpMk id="14" creationId="{4174FA94-EA40-2D65-8BCF-2A8190361012}"/>
          </ac:cxnSpMkLst>
        </pc:cxnChg>
        <pc:cxnChg chg="add mod">
          <ac:chgData name="(s) Liam Catlin" userId="S::liam.catlin@students.plymouth.ac.uk::55c26519-beb6-474b-bcac-276bb0d03954" providerId="AD" clId="Web-{B08AC766-3FF1-F7A3-2ED7-C71CD71A250F}" dt="2025-11-03T15:56:49.984" v="473" actId="14100"/>
          <ac:cxnSpMkLst>
            <pc:docMk/>
            <pc:sldMk cId="4058965334" sldId="265"/>
            <ac:cxnSpMk id="15" creationId="{5FBF532C-17DD-49A3-3A4E-B5E9B8FAF063}"/>
          </ac:cxnSpMkLst>
        </pc:cxnChg>
      </pc:sldChg>
      <pc:sldMasterChg chg="del delSldLayout">
        <pc:chgData name="(s) Liam Catlin" userId="S::liam.catlin@students.plymouth.ac.uk::55c26519-beb6-474b-bcac-276bb0d03954" providerId="AD" clId="Web-{B08AC766-3FF1-F7A3-2ED7-C71CD71A250F}" dt="2025-11-03T16:19:58.103" v="557"/>
        <pc:sldMasterMkLst>
          <pc:docMk/>
          <pc:sldMasterMk cId="3088028945" sldId="2147483648"/>
        </pc:sldMasterMkLst>
        <pc:sldLayoutChg chg="del">
          <pc:chgData name="(s) Liam Catlin" userId="S::liam.catlin@students.plymouth.ac.uk::55c26519-beb6-474b-bcac-276bb0d03954" providerId="AD" clId="Web-{B08AC766-3FF1-F7A3-2ED7-C71CD71A250F}" dt="2025-11-03T16:19:58.103" v="557"/>
          <pc:sldLayoutMkLst>
            <pc:docMk/>
            <pc:sldMasterMk cId="3088028945" sldId="2147483648"/>
            <pc:sldLayoutMk cId="881797778" sldId="2147483649"/>
          </pc:sldLayoutMkLst>
        </pc:sldLayoutChg>
        <pc:sldLayoutChg chg="del">
          <pc:chgData name="(s) Liam Catlin" userId="S::liam.catlin@students.plymouth.ac.uk::55c26519-beb6-474b-bcac-276bb0d03954" providerId="AD" clId="Web-{B08AC766-3FF1-F7A3-2ED7-C71CD71A250F}" dt="2025-11-03T16:19:58.103" v="557"/>
          <pc:sldLayoutMkLst>
            <pc:docMk/>
            <pc:sldMasterMk cId="3088028945" sldId="2147483648"/>
            <pc:sldLayoutMk cId="735177431" sldId="2147483650"/>
          </pc:sldLayoutMkLst>
        </pc:sldLayoutChg>
        <pc:sldLayoutChg chg="del">
          <pc:chgData name="(s) Liam Catlin" userId="S::liam.catlin@students.plymouth.ac.uk::55c26519-beb6-474b-bcac-276bb0d03954" providerId="AD" clId="Web-{B08AC766-3FF1-F7A3-2ED7-C71CD71A250F}" dt="2025-11-03T16:19:58.103" v="557"/>
          <pc:sldLayoutMkLst>
            <pc:docMk/>
            <pc:sldMasterMk cId="3088028945" sldId="2147483648"/>
            <pc:sldLayoutMk cId="2391366769" sldId="2147483651"/>
          </pc:sldLayoutMkLst>
        </pc:sldLayoutChg>
        <pc:sldLayoutChg chg="del">
          <pc:chgData name="(s) Liam Catlin" userId="S::liam.catlin@students.plymouth.ac.uk::55c26519-beb6-474b-bcac-276bb0d03954" providerId="AD" clId="Web-{B08AC766-3FF1-F7A3-2ED7-C71CD71A250F}" dt="2025-11-03T16:19:58.103" v="557"/>
          <pc:sldLayoutMkLst>
            <pc:docMk/>
            <pc:sldMasterMk cId="3088028945" sldId="2147483648"/>
            <pc:sldLayoutMk cId="2120095656" sldId="2147483652"/>
          </pc:sldLayoutMkLst>
        </pc:sldLayoutChg>
        <pc:sldLayoutChg chg="del">
          <pc:chgData name="(s) Liam Catlin" userId="S::liam.catlin@students.plymouth.ac.uk::55c26519-beb6-474b-bcac-276bb0d03954" providerId="AD" clId="Web-{B08AC766-3FF1-F7A3-2ED7-C71CD71A250F}" dt="2025-11-03T16:19:58.103" v="557"/>
          <pc:sldLayoutMkLst>
            <pc:docMk/>
            <pc:sldMasterMk cId="3088028945" sldId="2147483648"/>
            <pc:sldLayoutMk cId="29494695" sldId="2147483653"/>
          </pc:sldLayoutMkLst>
        </pc:sldLayoutChg>
        <pc:sldLayoutChg chg="del">
          <pc:chgData name="(s) Liam Catlin" userId="S::liam.catlin@students.plymouth.ac.uk::55c26519-beb6-474b-bcac-276bb0d03954" providerId="AD" clId="Web-{B08AC766-3FF1-F7A3-2ED7-C71CD71A250F}" dt="2025-11-03T16:19:58.103" v="557"/>
          <pc:sldLayoutMkLst>
            <pc:docMk/>
            <pc:sldMasterMk cId="3088028945" sldId="2147483648"/>
            <pc:sldLayoutMk cId="2003548472" sldId="2147483654"/>
          </pc:sldLayoutMkLst>
        </pc:sldLayoutChg>
        <pc:sldLayoutChg chg="del">
          <pc:chgData name="(s) Liam Catlin" userId="S::liam.catlin@students.plymouth.ac.uk::55c26519-beb6-474b-bcac-276bb0d03954" providerId="AD" clId="Web-{B08AC766-3FF1-F7A3-2ED7-C71CD71A250F}" dt="2025-11-03T16:19:58.103" v="557"/>
          <pc:sldLayoutMkLst>
            <pc:docMk/>
            <pc:sldMasterMk cId="3088028945" sldId="2147483648"/>
            <pc:sldLayoutMk cId="480568396" sldId="2147483655"/>
          </pc:sldLayoutMkLst>
        </pc:sldLayoutChg>
        <pc:sldLayoutChg chg="del">
          <pc:chgData name="(s) Liam Catlin" userId="S::liam.catlin@students.plymouth.ac.uk::55c26519-beb6-474b-bcac-276bb0d03954" providerId="AD" clId="Web-{B08AC766-3FF1-F7A3-2ED7-C71CD71A250F}" dt="2025-11-03T16:19:58.103" v="557"/>
          <pc:sldLayoutMkLst>
            <pc:docMk/>
            <pc:sldMasterMk cId="3088028945" sldId="2147483648"/>
            <pc:sldLayoutMk cId="3685915831" sldId="2147483656"/>
          </pc:sldLayoutMkLst>
        </pc:sldLayoutChg>
        <pc:sldLayoutChg chg="del">
          <pc:chgData name="(s) Liam Catlin" userId="S::liam.catlin@students.plymouth.ac.uk::55c26519-beb6-474b-bcac-276bb0d03954" providerId="AD" clId="Web-{B08AC766-3FF1-F7A3-2ED7-C71CD71A250F}" dt="2025-11-03T16:19:58.103" v="557"/>
          <pc:sldLayoutMkLst>
            <pc:docMk/>
            <pc:sldMasterMk cId="3088028945" sldId="2147483648"/>
            <pc:sldLayoutMk cId="3237833876" sldId="2147483657"/>
          </pc:sldLayoutMkLst>
        </pc:sldLayoutChg>
        <pc:sldLayoutChg chg="del">
          <pc:chgData name="(s) Liam Catlin" userId="S::liam.catlin@students.plymouth.ac.uk::55c26519-beb6-474b-bcac-276bb0d03954" providerId="AD" clId="Web-{B08AC766-3FF1-F7A3-2ED7-C71CD71A250F}" dt="2025-11-03T16:19:58.103" v="557"/>
          <pc:sldLayoutMkLst>
            <pc:docMk/>
            <pc:sldMasterMk cId="3088028945" sldId="2147483648"/>
            <pc:sldLayoutMk cId="3183970892" sldId="2147483658"/>
          </pc:sldLayoutMkLst>
        </pc:sldLayoutChg>
        <pc:sldLayoutChg chg="del">
          <pc:chgData name="(s) Liam Catlin" userId="S::liam.catlin@students.plymouth.ac.uk::55c26519-beb6-474b-bcac-276bb0d03954" providerId="AD" clId="Web-{B08AC766-3FF1-F7A3-2ED7-C71CD71A250F}" dt="2025-11-03T16:19:58.103" v="557"/>
          <pc:sldLayoutMkLst>
            <pc:docMk/>
            <pc:sldMasterMk cId="3088028945" sldId="2147483648"/>
            <pc:sldLayoutMk cId="2250825397" sldId="2147483659"/>
          </pc:sldLayoutMkLst>
        </pc:sldLayoutChg>
      </pc:sldMasterChg>
      <pc:sldMasterChg chg="add addSldLayout modSldLayout">
        <pc:chgData name="(s) Liam Catlin" userId="S::liam.catlin@students.plymouth.ac.uk::55c26519-beb6-474b-bcac-276bb0d03954" providerId="AD" clId="Web-{B08AC766-3FF1-F7A3-2ED7-C71CD71A250F}" dt="2025-11-03T16:19:58.103" v="557"/>
        <pc:sldMasterMkLst>
          <pc:docMk/>
          <pc:sldMasterMk cId="473615798" sldId="2147483660"/>
        </pc:sldMasterMkLst>
        <pc:sldLayoutChg chg="add mod replId">
          <pc:chgData name="(s) Liam Catlin" userId="S::liam.catlin@students.plymouth.ac.uk::55c26519-beb6-474b-bcac-276bb0d03954" providerId="AD" clId="Web-{B08AC766-3FF1-F7A3-2ED7-C71CD71A250F}" dt="2025-11-03T16:19:58.103" v="557"/>
          <pc:sldLayoutMkLst>
            <pc:docMk/>
            <pc:sldMasterMk cId="473615798" sldId="2147483660"/>
            <pc:sldLayoutMk cId="955279146" sldId="2147483661"/>
          </pc:sldLayoutMkLst>
        </pc:sldLayoutChg>
        <pc:sldLayoutChg chg="add mod replId">
          <pc:chgData name="(s) Liam Catlin" userId="S::liam.catlin@students.plymouth.ac.uk::55c26519-beb6-474b-bcac-276bb0d03954" providerId="AD" clId="Web-{B08AC766-3FF1-F7A3-2ED7-C71CD71A250F}" dt="2025-11-03T16:19:58.103" v="557"/>
          <pc:sldLayoutMkLst>
            <pc:docMk/>
            <pc:sldMasterMk cId="473615798" sldId="2147483660"/>
            <pc:sldLayoutMk cId="2785652394" sldId="2147483662"/>
          </pc:sldLayoutMkLst>
        </pc:sldLayoutChg>
        <pc:sldLayoutChg chg="add mod replId">
          <pc:chgData name="(s) Liam Catlin" userId="S::liam.catlin@students.plymouth.ac.uk::55c26519-beb6-474b-bcac-276bb0d03954" providerId="AD" clId="Web-{B08AC766-3FF1-F7A3-2ED7-C71CD71A250F}" dt="2025-11-03T16:19:58.103" v="557"/>
          <pc:sldLayoutMkLst>
            <pc:docMk/>
            <pc:sldMasterMk cId="473615798" sldId="2147483660"/>
            <pc:sldLayoutMk cId="324349380" sldId="2147483663"/>
          </pc:sldLayoutMkLst>
        </pc:sldLayoutChg>
        <pc:sldLayoutChg chg="add mod replId">
          <pc:chgData name="(s) Liam Catlin" userId="S::liam.catlin@students.plymouth.ac.uk::55c26519-beb6-474b-bcac-276bb0d03954" providerId="AD" clId="Web-{B08AC766-3FF1-F7A3-2ED7-C71CD71A250F}" dt="2025-11-03T16:19:58.103" v="557"/>
          <pc:sldLayoutMkLst>
            <pc:docMk/>
            <pc:sldMasterMk cId="473615798" sldId="2147483660"/>
            <pc:sldLayoutMk cId="2508429262" sldId="2147483664"/>
          </pc:sldLayoutMkLst>
        </pc:sldLayoutChg>
        <pc:sldLayoutChg chg="add mod replId">
          <pc:chgData name="(s) Liam Catlin" userId="S::liam.catlin@students.plymouth.ac.uk::55c26519-beb6-474b-bcac-276bb0d03954" providerId="AD" clId="Web-{B08AC766-3FF1-F7A3-2ED7-C71CD71A250F}" dt="2025-11-03T16:19:58.103" v="557"/>
          <pc:sldLayoutMkLst>
            <pc:docMk/>
            <pc:sldMasterMk cId="473615798" sldId="2147483660"/>
            <pc:sldLayoutMk cId="2567021653" sldId="2147483665"/>
          </pc:sldLayoutMkLst>
        </pc:sldLayoutChg>
        <pc:sldLayoutChg chg="add mod replId">
          <pc:chgData name="(s) Liam Catlin" userId="S::liam.catlin@students.plymouth.ac.uk::55c26519-beb6-474b-bcac-276bb0d03954" providerId="AD" clId="Web-{B08AC766-3FF1-F7A3-2ED7-C71CD71A250F}" dt="2025-11-03T16:19:58.103" v="557"/>
          <pc:sldLayoutMkLst>
            <pc:docMk/>
            <pc:sldMasterMk cId="473615798" sldId="2147483660"/>
            <pc:sldLayoutMk cId="1706479102" sldId="2147483666"/>
          </pc:sldLayoutMkLst>
        </pc:sldLayoutChg>
        <pc:sldLayoutChg chg="add mod replId">
          <pc:chgData name="(s) Liam Catlin" userId="S::liam.catlin@students.plymouth.ac.uk::55c26519-beb6-474b-bcac-276bb0d03954" providerId="AD" clId="Web-{B08AC766-3FF1-F7A3-2ED7-C71CD71A250F}" dt="2025-11-03T16:19:58.103" v="557"/>
          <pc:sldLayoutMkLst>
            <pc:docMk/>
            <pc:sldMasterMk cId="473615798" sldId="2147483660"/>
            <pc:sldLayoutMk cId="3876286505" sldId="2147483667"/>
          </pc:sldLayoutMkLst>
        </pc:sldLayoutChg>
        <pc:sldLayoutChg chg="add mod replId">
          <pc:chgData name="(s) Liam Catlin" userId="S::liam.catlin@students.plymouth.ac.uk::55c26519-beb6-474b-bcac-276bb0d03954" providerId="AD" clId="Web-{B08AC766-3FF1-F7A3-2ED7-C71CD71A250F}" dt="2025-11-03T16:19:58.103" v="557"/>
          <pc:sldLayoutMkLst>
            <pc:docMk/>
            <pc:sldMasterMk cId="473615798" sldId="2147483660"/>
            <pc:sldLayoutMk cId="2577199613" sldId="2147483668"/>
          </pc:sldLayoutMkLst>
        </pc:sldLayoutChg>
        <pc:sldLayoutChg chg="add mod replId">
          <pc:chgData name="(s) Liam Catlin" userId="S::liam.catlin@students.plymouth.ac.uk::55c26519-beb6-474b-bcac-276bb0d03954" providerId="AD" clId="Web-{B08AC766-3FF1-F7A3-2ED7-C71CD71A250F}" dt="2025-11-03T16:19:58.103" v="557"/>
          <pc:sldLayoutMkLst>
            <pc:docMk/>
            <pc:sldMasterMk cId="473615798" sldId="2147483660"/>
            <pc:sldLayoutMk cId="1472239832" sldId="2147483669"/>
          </pc:sldLayoutMkLst>
        </pc:sldLayoutChg>
        <pc:sldLayoutChg chg="add mod replId">
          <pc:chgData name="(s) Liam Catlin" userId="S::liam.catlin@students.plymouth.ac.uk::55c26519-beb6-474b-bcac-276bb0d03954" providerId="AD" clId="Web-{B08AC766-3FF1-F7A3-2ED7-C71CD71A250F}" dt="2025-11-03T16:19:58.103" v="557"/>
          <pc:sldLayoutMkLst>
            <pc:docMk/>
            <pc:sldMasterMk cId="473615798" sldId="2147483660"/>
            <pc:sldLayoutMk cId="3790348330" sldId="2147483670"/>
          </pc:sldLayoutMkLst>
        </pc:sldLayoutChg>
        <pc:sldLayoutChg chg="add mod replId">
          <pc:chgData name="(s) Liam Catlin" userId="S::liam.catlin@students.plymouth.ac.uk::55c26519-beb6-474b-bcac-276bb0d03954" providerId="AD" clId="Web-{B08AC766-3FF1-F7A3-2ED7-C71CD71A250F}" dt="2025-11-03T16:19:58.103" v="557"/>
          <pc:sldLayoutMkLst>
            <pc:docMk/>
            <pc:sldMasterMk cId="473615798" sldId="2147483660"/>
            <pc:sldLayoutMk cId="1970653441" sldId="2147483671"/>
          </pc:sldLayoutMkLst>
        </pc:sldLayoutChg>
      </pc:sldMasterChg>
    </pc:docChg>
  </pc:docChgLst>
  <pc:docChgLst>
    <pc:chgData name="(s) Liam Catlin" userId="S::liam.catlin@students.plymouth.ac.uk::55c26519-beb6-474b-bcac-276bb0d03954" providerId="AD" clId="Web-{6F481175-51E8-8F6A-342E-7850A41B47EE}"/>
    <pc:docChg chg="modSld">
      <pc:chgData name="(s) Liam Catlin" userId="S::liam.catlin@students.plymouth.ac.uk::55c26519-beb6-474b-bcac-276bb0d03954" providerId="AD" clId="Web-{6F481175-51E8-8F6A-342E-7850A41B47EE}" dt="2025-10-15T21:50:38.870" v="41"/>
      <pc:docMkLst>
        <pc:docMk/>
      </pc:docMkLst>
      <pc:sldChg chg="addSp delSp modSp">
        <pc:chgData name="(s) Liam Catlin" userId="S::liam.catlin@students.plymouth.ac.uk::55c26519-beb6-474b-bcac-276bb0d03954" providerId="AD" clId="Web-{6F481175-51E8-8F6A-342E-7850A41B47EE}" dt="2025-10-15T21:50:38.870" v="41"/>
        <pc:sldMkLst>
          <pc:docMk/>
          <pc:sldMk cId="2836659412" sldId="256"/>
        </pc:sldMkLst>
      </pc:sldChg>
    </pc:docChg>
  </pc:docChgLst>
  <pc:docChgLst>
    <pc:chgData name="(s) Liam Catlin" userId="S::liam.catlin@students.plymouth.ac.uk::55c26519-beb6-474b-bcac-276bb0d03954" providerId="AD" clId="Web-{E6D99383-915A-68E2-21A6-835AD3568D51}"/>
    <pc:docChg chg="modSld">
      <pc:chgData name="(s) Liam Catlin" userId="S::liam.catlin@students.plymouth.ac.uk::55c26519-beb6-474b-bcac-276bb0d03954" providerId="AD" clId="Web-{E6D99383-915A-68E2-21A6-835AD3568D51}" dt="2025-11-04T10:49:20.604" v="1" actId="1076"/>
      <pc:docMkLst>
        <pc:docMk/>
      </pc:docMkLst>
      <pc:sldChg chg="modSp">
        <pc:chgData name="(s) Liam Catlin" userId="S::liam.catlin@students.plymouth.ac.uk::55c26519-beb6-474b-bcac-276bb0d03954" providerId="AD" clId="Web-{E6D99383-915A-68E2-21A6-835AD3568D51}" dt="2025-11-04T10:49:20.604" v="1" actId="1076"/>
        <pc:sldMkLst>
          <pc:docMk/>
          <pc:sldMk cId="912324987" sldId="257"/>
        </pc:sldMkLst>
        <pc:picChg chg="mod">
          <ac:chgData name="(s) Liam Catlin" userId="S::liam.catlin@students.plymouth.ac.uk::55c26519-beb6-474b-bcac-276bb0d03954" providerId="AD" clId="Web-{E6D99383-915A-68E2-21A6-835AD3568D51}" dt="2025-11-04T10:49:20.604" v="1" actId="1076"/>
          <ac:picMkLst>
            <pc:docMk/>
            <pc:sldMk cId="912324987" sldId="257"/>
            <ac:picMk id="6" creationId="{ACDA2A24-5245-26B1-C1F0-A6F8A9BF163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242F78-F227-47EF-AAB1-93F13E1BFAC7}" type="datetimeFigureOut">
              <a:rPr lang="en-GB" smtClean="0"/>
              <a:t>04/11/2025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AA5548-74DC-4B3D-BCCF-E57A4756F0DB}" type="slidenum">
              <a:rPr lang="en-GB" smtClean="0"/>
              <a:t>‹#›</a:t>
            </a:fld>
            <a:endParaRPr lang="en-GB"/>
          </a:p>
        </p:txBody>
      </p:sp>
    </p:spTree>
    <p:extLst>
      <p:ext uri="{BB962C8B-B14F-4D97-AF65-F5344CB8AC3E}">
        <p14:creationId xmlns:p14="http://schemas.microsoft.com/office/powerpoint/2010/main" val="485447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Liam:</a:t>
            </a:r>
          </a:p>
          <a:p>
            <a:pPr marL="171450" indent="-171450">
              <a:buFont typeface="Calibri"/>
              <a:buChar char="-"/>
            </a:pPr>
            <a:r>
              <a:rPr lang="en-US" dirty="0">
                <a:latin typeface="Calibri"/>
                <a:ea typeface="Calibri"/>
                <a:cs typeface="Calibri"/>
              </a:rPr>
              <a:t>Introduction to why group 3 (3rd group made, university project, 1 year)</a:t>
            </a:r>
          </a:p>
          <a:p>
            <a:endParaRPr lang="en-US" dirty="0">
              <a:latin typeface="Calibri"/>
              <a:ea typeface="Calibri"/>
              <a:cs typeface="Calibri"/>
            </a:endParaRPr>
          </a:p>
          <a:p>
            <a:pPr>
              <a:buFont typeface="Calibri"/>
            </a:pPr>
            <a:r>
              <a:rPr lang="en-US">
                <a:latin typeface="Calibri"/>
                <a:ea typeface="Calibri"/>
                <a:cs typeface="Calibri"/>
              </a:rPr>
              <a:t>Introduces ourselves to SecOps:</a:t>
            </a:r>
          </a:p>
          <a:p>
            <a:pPr marL="171450" indent="-171450">
              <a:buFont typeface="Calibri"/>
              <a:buChar char="-"/>
            </a:pPr>
            <a:r>
              <a:rPr lang="en-US" dirty="0">
                <a:latin typeface="Calibri"/>
                <a:ea typeface="Calibri"/>
                <a:cs typeface="Calibri"/>
              </a:rPr>
              <a:t>Liam – Project leader/manager, cyber security specialist</a:t>
            </a:r>
          </a:p>
          <a:p>
            <a:pPr marL="171450" indent="-171450">
              <a:buFont typeface="Calibri"/>
              <a:buChar char="-"/>
            </a:pPr>
            <a:r>
              <a:rPr lang="en-US" dirty="0">
                <a:latin typeface="Calibri"/>
                <a:ea typeface="Calibri"/>
                <a:cs typeface="Calibri"/>
              </a:rPr>
              <a:t>Toby – Ai specialist</a:t>
            </a:r>
          </a:p>
          <a:p>
            <a:pPr marL="171450" indent="-171450">
              <a:buFont typeface="Calibri"/>
              <a:buChar char="-"/>
            </a:pPr>
            <a:r>
              <a:rPr lang="en-US" dirty="0">
                <a:latin typeface="Calibri"/>
                <a:ea typeface="Calibri"/>
                <a:cs typeface="Calibri"/>
              </a:rPr>
              <a:t>Khyati – Cyber security specialist &amp; Primary UI/UX Designer</a:t>
            </a:r>
          </a:p>
        </p:txBody>
      </p:sp>
      <p:sp>
        <p:nvSpPr>
          <p:cNvPr id="4" name="Slide Number Placeholder 3"/>
          <p:cNvSpPr>
            <a:spLocks noGrp="1"/>
          </p:cNvSpPr>
          <p:nvPr>
            <p:ph type="sldNum" sz="quarter" idx="5"/>
          </p:nvPr>
        </p:nvSpPr>
        <p:spPr/>
        <p:txBody>
          <a:bodyPr/>
          <a:lstStyle/>
          <a:p>
            <a:fld id="{62AA5548-74DC-4B3D-BCCF-E57A4756F0DB}" type="slidenum">
              <a:rPr lang="en-GB" smtClean="0"/>
              <a:t>1</a:t>
            </a:fld>
            <a:endParaRPr lang="en-GB"/>
          </a:p>
        </p:txBody>
      </p:sp>
    </p:spTree>
    <p:extLst>
      <p:ext uri="{BB962C8B-B14F-4D97-AF65-F5344CB8AC3E}">
        <p14:creationId xmlns:p14="http://schemas.microsoft.com/office/powerpoint/2010/main" val="220323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Briefly explain project recap</a:t>
            </a:r>
          </a:p>
          <a:p>
            <a:endParaRPr lang="en-US" dirty="0">
              <a:solidFill>
                <a:srgbClr val="242424"/>
              </a:solidFill>
            </a:endParaRPr>
          </a:p>
          <a:p>
            <a:r>
              <a:rPr lang="en-US" dirty="0">
                <a:solidFill>
                  <a:srgbClr val="242424"/>
                </a:solidFill>
              </a:rPr>
              <a:t>1 sentence summary - "automatic ticket </a:t>
            </a:r>
            <a:r>
              <a:rPr lang="en-US" dirty="0" err="1">
                <a:solidFill>
                  <a:srgbClr val="242424"/>
                </a:solidFill>
              </a:rPr>
              <a:t>organisation</a:t>
            </a:r>
            <a:r>
              <a:rPr lang="en-US" dirty="0">
                <a:solidFill>
                  <a:srgbClr val="242424"/>
                </a:solidFill>
              </a:rPr>
              <a:t> for security Operations department "</a:t>
            </a:r>
            <a:br>
              <a:rPr lang="en-US" dirty="0">
                <a:cs typeface="+mn-lt"/>
              </a:rPr>
            </a:br>
            <a:endParaRPr lang="en-US" dirty="0">
              <a:solidFill>
                <a:srgbClr val="242424"/>
              </a:solidFill>
            </a:endParaRPr>
          </a:p>
          <a:p>
            <a:pPr marL="171450" indent="-171450">
              <a:buFont typeface="Calibri"/>
              <a:buChar char="-"/>
            </a:pPr>
            <a:r>
              <a:rPr lang="en-US" dirty="0">
                <a:solidFill>
                  <a:srgbClr val="242424"/>
                </a:solidFill>
              </a:rPr>
              <a:t>Simplifying/</a:t>
            </a:r>
            <a:r>
              <a:rPr lang="en-US" dirty="0" err="1">
                <a:solidFill>
                  <a:srgbClr val="242424"/>
                </a:solidFill>
              </a:rPr>
              <a:t>organising</a:t>
            </a:r>
            <a:r>
              <a:rPr lang="en-US" dirty="0">
                <a:solidFill>
                  <a:srgbClr val="242424"/>
                </a:solidFill>
              </a:rPr>
              <a:t> automatic tickets raised to the </a:t>
            </a:r>
            <a:r>
              <a:rPr lang="en-US" dirty="0" err="1">
                <a:solidFill>
                  <a:srgbClr val="242424"/>
                </a:solidFill>
              </a:rPr>
              <a:t>Secops</a:t>
            </a:r>
            <a:r>
              <a:rPr lang="en-US" dirty="0">
                <a:solidFill>
                  <a:srgbClr val="242424"/>
                </a:solidFill>
              </a:rPr>
              <a:t> department. </a:t>
            </a:r>
            <a:endParaRPr lang="en-US" dirty="0">
              <a:solidFill>
                <a:srgbClr val="000000"/>
              </a:solidFill>
              <a:latin typeface="Calibri"/>
              <a:ea typeface="Calibri"/>
              <a:cs typeface="Calibri"/>
            </a:endParaRPr>
          </a:p>
          <a:p>
            <a:pPr marL="171450" indent="-171450">
              <a:buFont typeface="Calibri"/>
              <a:buChar char="-"/>
            </a:pPr>
            <a:r>
              <a:rPr lang="en-US" dirty="0">
                <a:solidFill>
                  <a:srgbClr val="242424"/>
                </a:solidFill>
              </a:rPr>
              <a:t>AI </a:t>
            </a:r>
            <a:r>
              <a:rPr lang="en-US" dirty="0" err="1">
                <a:solidFill>
                  <a:srgbClr val="242424"/>
                </a:solidFill>
              </a:rPr>
              <a:t>organiser</a:t>
            </a:r>
            <a:r>
              <a:rPr lang="en-US" dirty="0">
                <a:solidFill>
                  <a:srgbClr val="242424"/>
                </a:solidFill>
              </a:rPr>
              <a:t> to separate tickets and assign them to a category</a:t>
            </a:r>
            <a:endParaRPr lang="en-US" dirty="0">
              <a:solidFill>
                <a:srgbClr val="000000"/>
              </a:solidFill>
            </a:endParaRPr>
          </a:p>
          <a:p>
            <a:pPr marL="171450" indent="-171450">
              <a:buFont typeface="Calibri"/>
              <a:buChar char="-"/>
            </a:pPr>
            <a:r>
              <a:rPr lang="en-US" dirty="0">
                <a:solidFill>
                  <a:srgbClr val="242424"/>
                </a:solidFill>
              </a:rPr>
              <a:t>simplistic and familiar UI to hide all complex operations and database management. </a:t>
            </a:r>
            <a:endParaRPr lang="en-US" dirty="0">
              <a:solidFill>
                <a:srgbClr val="000000"/>
              </a:solidFill>
            </a:endParaRPr>
          </a:p>
          <a:p>
            <a:pPr marL="171450" indent="-171450">
              <a:buFont typeface="Calibri"/>
              <a:buChar char="-"/>
            </a:pPr>
            <a:r>
              <a:rPr lang="en-US" dirty="0">
                <a:solidFill>
                  <a:srgbClr val="242424"/>
                </a:solidFill>
              </a:rPr>
              <a:t>Our primary goal is to provide a user-friendly interface &amp; automating the manual process.</a:t>
            </a:r>
          </a:p>
        </p:txBody>
      </p:sp>
      <p:sp>
        <p:nvSpPr>
          <p:cNvPr id="4" name="Slide Number Placeholder 3"/>
          <p:cNvSpPr>
            <a:spLocks noGrp="1"/>
          </p:cNvSpPr>
          <p:nvPr>
            <p:ph type="sldNum" sz="quarter" idx="5"/>
          </p:nvPr>
        </p:nvSpPr>
        <p:spPr/>
        <p:txBody>
          <a:bodyPr/>
          <a:lstStyle/>
          <a:p>
            <a:fld id="{62AA5548-74DC-4B3D-BCCF-E57A4756F0DB}" type="slidenum">
              <a:rPr lang="en-GB" smtClean="0"/>
              <a:t>2</a:t>
            </a:fld>
            <a:endParaRPr lang="en-GB"/>
          </a:p>
        </p:txBody>
      </p:sp>
    </p:spTree>
    <p:extLst>
      <p:ext uri="{BB962C8B-B14F-4D97-AF65-F5344CB8AC3E}">
        <p14:creationId xmlns:p14="http://schemas.microsoft.com/office/powerpoint/2010/main" val="1119402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use the relational databases and the issue alert to create a ticket inside the new software. This ticket will now look to be processed by the AI </a:t>
            </a:r>
          </a:p>
        </p:txBody>
      </p:sp>
      <p:sp>
        <p:nvSpPr>
          <p:cNvPr id="4" name="Slide Number Placeholder 3"/>
          <p:cNvSpPr>
            <a:spLocks noGrp="1"/>
          </p:cNvSpPr>
          <p:nvPr>
            <p:ph type="sldNum" sz="quarter" idx="5"/>
          </p:nvPr>
        </p:nvSpPr>
        <p:spPr/>
        <p:txBody>
          <a:bodyPr/>
          <a:lstStyle/>
          <a:p>
            <a:fld id="{62AA5548-74DC-4B3D-BCCF-E57A4756F0DB}" type="slidenum">
              <a:rPr lang="en-GB" smtClean="0"/>
              <a:t>3</a:t>
            </a:fld>
            <a:endParaRPr lang="en-GB"/>
          </a:p>
        </p:txBody>
      </p:sp>
    </p:spTree>
    <p:extLst>
      <p:ext uri="{BB962C8B-B14F-4D97-AF65-F5344CB8AC3E}">
        <p14:creationId xmlns:p14="http://schemas.microsoft.com/office/powerpoint/2010/main" val="3149303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Ticket will be organised into different sections depending on priority/issue type/company/etc by an AI. This AI will be programmed to assist technicians by organising tickets in weighted system where the higher the weight of the ticket the more important the AI will consider the ticket. This means the AI will organise the categories and ticket queue as such.</a:t>
            </a:r>
          </a:p>
        </p:txBody>
      </p:sp>
      <p:sp>
        <p:nvSpPr>
          <p:cNvPr id="4" name="Slide Number Placeholder 3"/>
          <p:cNvSpPr>
            <a:spLocks noGrp="1"/>
          </p:cNvSpPr>
          <p:nvPr>
            <p:ph type="sldNum" sz="quarter" idx="5"/>
          </p:nvPr>
        </p:nvSpPr>
        <p:spPr/>
        <p:txBody>
          <a:bodyPr/>
          <a:lstStyle/>
          <a:p>
            <a:fld id="{62AA5548-74DC-4B3D-BCCF-E57A4756F0DB}" type="slidenum">
              <a:rPr lang="en-GB" smtClean="0"/>
              <a:t>4</a:t>
            </a:fld>
            <a:endParaRPr lang="en-GB"/>
          </a:p>
        </p:txBody>
      </p:sp>
    </p:spTree>
    <p:extLst>
      <p:ext uri="{BB962C8B-B14F-4D97-AF65-F5344CB8AC3E}">
        <p14:creationId xmlns:p14="http://schemas.microsoft.com/office/powerpoint/2010/main" val="4186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Khyati:</a:t>
            </a:r>
          </a:p>
          <a:p>
            <a:endParaRPr lang="en-US" dirty="0">
              <a:latin typeface="Calibri"/>
              <a:ea typeface="Calibri"/>
              <a:cs typeface="Calibri"/>
            </a:endParaRPr>
          </a:p>
          <a:p>
            <a:r>
              <a:rPr lang="en-US" dirty="0">
                <a:latin typeface="Calibri"/>
                <a:ea typeface="Calibri"/>
                <a:cs typeface="Calibri"/>
              </a:rPr>
              <a:t>Explaining each UI design </a:t>
            </a:r>
            <a:r>
              <a:rPr lang="en-US">
                <a:latin typeface="Calibri"/>
                <a:ea typeface="Calibri"/>
                <a:cs typeface="Calibri"/>
              </a:rPr>
              <a:t>briefly</a:t>
            </a:r>
            <a:r>
              <a:rPr lang="en-US" dirty="0">
                <a:latin typeface="Calibri"/>
                <a:ea typeface="Calibri"/>
                <a:cs typeface="Calibri"/>
              </a:rPr>
              <a:t>. Try not to state the obvious as we are restricted by time in these meetings. </a:t>
            </a:r>
          </a:p>
          <a:p>
            <a:endParaRPr lang="en-US" dirty="0">
              <a:latin typeface="Calibri"/>
              <a:ea typeface="Calibri"/>
              <a:cs typeface="Calibri"/>
            </a:endParaRPr>
          </a:p>
          <a:p>
            <a:r>
              <a:rPr lang="en-US" dirty="0">
                <a:latin typeface="Calibri"/>
                <a:ea typeface="Calibri"/>
                <a:cs typeface="Calibri"/>
              </a:rPr>
              <a:t>Short Example for a singular UI Screen "on the top half of this screen we have the </a:t>
            </a:r>
            <a:r>
              <a:rPr lang="en-US" dirty="0" err="1">
                <a:latin typeface="Calibri"/>
                <a:ea typeface="Calibri"/>
                <a:cs typeface="Calibri"/>
              </a:rPr>
              <a:t>organised</a:t>
            </a:r>
            <a:r>
              <a:rPr lang="en-US" dirty="0">
                <a:latin typeface="Calibri"/>
                <a:ea typeface="Calibri"/>
                <a:cs typeface="Calibri"/>
              </a:rPr>
              <a:t> sections (we will create categories upon feedback from SecOps) and below that we have a general space to </a:t>
            </a:r>
            <a:r>
              <a:rPr lang="en-US" dirty="0" err="1">
                <a:latin typeface="Calibri"/>
                <a:ea typeface="Calibri"/>
                <a:cs typeface="Calibri"/>
              </a:rPr>
              <a:t>mimick</a:t>
            </a:r>
            <a:r>
              <a:rPr lang="en-US" dirty="0">
                <a:latin typeface="Calibri"/>
                <a:ea typeface="Calibri"/>
                <a:cs typeface="Calibri"/>
              </a:rPr>
              <a:t> the </a:t>
            </a:r>
            <a:r>
              <a:rPr lang="en-US" dirty="0" err="1">
                <a:latin typeface="Calibri"/>
                <a:ea typeface="Calibri"/>
                <a:cs typeface="Calibri"/>
              </a:rPr>
              <a:t>aestethic</a:t>
            </a:r>
            <a:r>
              <a:rPr lang="en-US" dirty="0">
                <a:latin typeface="Calibri"/>
                <a:ea typeface="Calibri"/>
                <a:cs typeface="Calibri"/>
              </a:rPr>
              <a:t> of Autotask for alerts now if I click on this side button it will take us to …. [next </a:t>
            </a:r>
            <a:r>
              <a:rPr lang="en-US" dirty="0" err="1">
                <a:latin typeface="Calibri"/>
                <a:ea typeface="Calibri"/>
                <a:cs typeface="Calibri"/>
              </a:rPr>
              <a:t>scren</a:t>
            </a:r>
            <a:r>
              <a:rPr lang="en-US" dirty="0">
                <a:latin typeface="Calibri"/>
                <a:ea typeface="Calibri"/>
                <a:cs typeface="Calibri"/>
              </a:rPr>
              <a:t>]"</a:t>
            </a:r>
          </a:p>
        </p:txBody>
      </p:sp>
      <p:sp>
        <p:nvSpPr>
          <p:cNvPr id="4" name="Slide Number Placeholder 3"/>
          <p:cNvSpPr>
            <a:spLocks noGrp="1"/>
          </p:cNvSpPr>
          <p:nvPr>
            <p:ph type="sldNum" sz="quarter" idx="5"/>
          </p:nvPr>
        </p:nvSpPr>
        <p:spPr/>
        <p:txBody>
          <a:bodyPr/>
          <a:lstStyle/>
          <a:p>
            <a:fld id="{62AA5548-74DC-4B3D-BCCF-E57A4756F0DB}" type="slidenum">
              <a:rPr lang="en-GB" smtClean="0"/>
              <a:t>5</a:t>
            </a:fld>
            <a:endParaRPr lang="en-GB"/>
          </a:p>
        </p:txBody>
      </p:sp>
    </p:spTree>
    <p:extLst>
      <p:ext uri="{BB962C8B-B14F-4D97-AF65-F5344CB8AC3E}">
        <p14:creationId xmlns:p14="http://schemas.microsoft.com/office/powerpoint/2010/main" val="1955462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9D6F5-A9D4-C22B-732C-A31A172FB93C}"/>
              </a:ext>
            </a:extLst>
          </p:cNvPr>
          <p:cNvSpPr>
            <a:spLocks noGrp="1"/>
          </p:cNvSpPr>
          <p:nvPr>
            <p:ph type="ctrTitle"/>
          </p:nvPr>
        </p:nvSpPr>
        <p:spPr>
          <a:xfrm>
            <a:off x="1524000" y="1122363"/>
            <a:ext cx="9144000" cy="2209393"/>
          </a:xfrm>
        </p:spPr>
        <p:txBody>
          <a:bodyPr anchor="b">
            <a:normAutofit/>
          </a:bodyPr>
          <a:lstStyle>
            <a:lvl1pPr algn="ctr">
              <a:defRPr sz="3600"/>
            </a:lvl1pPr>
          </a:lstStyle>
          <a:p>
            <a:r>
              <a:rPr lang="en-US" dirty="0"/>
              <a:t>Click to edit Master title style</a:t>
            </a:r>
          </a:p>
        </p:txBody>
      </p:sp>
      <p:sp>
        <p:nvSpPr>
          <p:cNvPr id="3" name="Subtitle 2">
            <a:extLst>
              <a:ext uri="{FF2B5EF4-FFF2-40B4-BE49-F238E27FC236}">
                <a16:creationId xmlns:a16="http://schemas.microsoft.com/office/drawing/2014/main" id="{E11AFD6E-3459-290F-1147-F0C47ACEEA5B}"/>
              </a:ext>
            </a:extLst>
          </p:cNvPr>
          <p:cNvSpPr>
            <a:spLocks noGrp="1"/>
          </p:cNvSpPr>
          <p:nvPr>
            <p:ph type="subTitle" idx="1"/>
          </p:nvPr>
        </p:nvSpPr>
        <p:spPr>
          <a:xfrm>
            <a:off x="1524000" y="4346774"/>
            <a:ext cx="9144000" cy="1066890"/>
          </a:xfrm>
        </p:spPr>
        <p:txBody>
          <a:bodyPr anchor="t">
            <a:normAutofit/>
          </a:bodyPr>
          <a:lstStyle>
            <a:lvl1pPr marL="0" indent="0" algn="ctr">
              <a:buNone/>
              <a:defRPr sz="1600" cap="all" spc="3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54674D3-6FB9-5549-B0F2-FD61E82D1FF1}"/>
              </a:ext>
            </a:extLst>
          </p:cNvPr>
          <p:cNvSpPr>
            <a:spLocks noGrp="1"/>
          </p:cNvSpPr>
          <p:nvPr>
            <p:ph type="dt" sz="half" idx="10"/>
          </p:nvPr>
        </p:nvSpPr>
        <p:spPr/>
        <p:txBody>
          <a:bodyPr/>
          <a:lstStyle/>
          <a:p>
            <a:fld id="{807E39B8-A7CB-4B82-AC0C-44B99F546761}" type="datetimeFigureOut">
              <a:rPr lang="en-US" dirty="0"/>
              <a:t>11/4/2025</a:t>
            </a:fld>
            <a:endParaRPr lang="en-US" dirty="0"/>
          </a:p>
        </p:txBody>
      </p:sp>
      <p:sp>
        <p:nvSpPr>
          <p:cNvPr id="5" name="Footer Placeholder 4">
            <a:extLst>
              <a:ext uri="{FF2B5EF4-FFF2-40B4-BE49-F238E27FC236}">
                <a16:creationId xmlns:a16="http://schemas.microsoft.com/office/drawing/2014/main" id="{AB239BBC-C979-2C77-493E-CF5498AEB5D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3813B7E-A51C-D9CD-2189-650A9D63BFF9}"/>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9552791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55F0-A6D4-C39B-394F-0B16E9C9CE8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BD1860F-B260-57CE-E12B-2C94860319EC}"/>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F745C9F-D94D-E5D3-B73A-20621FA536D5}"/>
              </a:ext>
            </a:extLst>
          </p:cNvPr>
          <p:cNvSpPr>
            <a:spLocks noGrp="1"/>
          </p:cNvSpPr>
          <p:nvPr>
            <p:ph type="dt" sz="half" idx="10"/>
          </p:nvPr>
        </p:nvSpPr>
        <p:spPr/>
        <p:txBody>
          <a:bodyPr/>
          <a:lstStyle/>
          <a:p>
            <a:fld id="{FE7E3940-CA92-4FEE-A698-62CF7BC5AC36}" type="datetimeFigureOut">
              <a:rPr lang="en-US" dirty="0"/>
              <a:t>11/4/2025</a:t>
            </a:fld>
            <a:endParaRPr lang="en-US" dirty="0"/>
          </a:p>
        </p:txBody>
      </p:sp>
      <p:sp>
        <p:nvSpPr>
          <p:cNvPr id="5" name="Footer Placeholder 4">
            <a:extLst>
              <a:ext uri="{FF2B5EF4-FFF2-40B4-BE49-F238E27FC236}">
                <a16:creationId xmlns:a16="http://schemas.microsoft.com/office/drawing/2014/main" id="{E5FAB243-BB42-966A-4708-15C9B11D688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5C3A3BD-2CC5-03D3-4CD6-E31A55BA2D23}"/>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785652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D8633-AC3B-E617-1C54-84932DDD72E5}"/>
              </a:ext>
            </a:extLst>
          </p:cNvPr>
          <p:cNvSpPr>
            <a:spLocks noGrp="1"/>
          </p:cNvSpPr>
          <p:nvPr>
            <p:ph type="title"/>
          </p:nvPr>
        </p:nvSpPr>
        <p:spPr>
          <a:xfrm>
            <a:off x="1474236" y="1514688"/>
            <a:ext cx="8584164" cy="3138875"/>
          </a:xfrm>
        </p:spPr>
        <p:txBody>
          <a:bodyPr anchor="b">
            <a:normAutofit/>
          </a:bodyPr>
          <a:lstStyle>
            <a:lvl1pPr>
              <a:defRPr sz="3600" cap="all" spc="300" baseline="0"/>
            </a:lvl1pPr>
          </a:lstStyle>
          <a:p>
            <a:r>
              <a:rPr lang="en-US" dirty="0"/>
              <a:t>Click to edit Master title style</a:t>
            </a:r>
          </a:p>
        </p:txBody>
      </p:sp>
      <p:sp>
        <p:nvSpPr>
          <p:cNvPr id="3" name="Text Placeholder 2">
            <a:extLst>
              <a:ext uri="{FF2B5EF4-FFF2-40B4-BE49-F238E27FC236}">
                <a16:creationId xmlns:a16="http://schemas.microsoft.com/office/drawing/2014/main" id="{CF68C242-ECAB-AEC3-7E9B-F9854AF31CD2}"/>
              </a:ext>
            </a:extLst>
          </p:cNvPr>
          <p:cNvSpPr>
            <a:spLocks noGrp="1"/>
          </p:cNvSpPr>
          <p:nvPr>
            <p:ph type="body" idx="1"/>
          </p:nvPr>
        </p:nvSpPr>
        <p:spPr>
          <a:xfrm>
            <a:off x="1474236" y="4963885"/>
            <a:ext cx="8584165" cy="1125765"/>
          </a:xfrm>
        </p:spPr>
        <p:txBody>
          <a:bodyPr>
            <a:normAutofit/>
          </a:bodyPr>
          <a:lstStyle>
            <a:lvl1pPr marL="0" indent="0">
              <a:buNone/>
              <a:defRPr sz="1600" cap="all" spc="300" baseline="0">
                <a:solidFill>
                  <a:schemeClr val="tx2"/>
                </a:solidFill>
              </a:defRPr>
            </a:lvl1pPr>
            <a:lvl2pPr marL="457200" indent="0">
              <a:buNone/>
              <a:defRPr sz="1600">
                <a:solidFill>
                  <a:schemeClr val="tx1">
                    <a:tint val="82000"/>
                  </a:schemeClr>
                </a:solidFill>
              </a:defRPr>
            </a:lvl2pPr>
            <a:lvl3pPr marL="914400" indent="0">
              <a:buNone/>
              <a:defRPr sz="16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20D9B82-EEF4-2CD7-61FE-BAFB2B96D641}"/>
              </a:ext>
            </a:extLst>
          </p:cNvPr>
          <p:cNvSpPr>
            <a:spLocks noGrp="1"/>
          </p:cNvSpPr>
          <p:nvPr>
            <p:ph type="dt" sz="half" idx="10"/>
          </p:nvPr>
        </p:nvSpPr>
        <p:spPr/>
        <p:txBody>
          <a:bodyPr/>
          <a:lstStyle/>
          <a:p>
            <a:fld id="{E33CD641-6C35-45D1-9313-2719E9EA8AD8}" type="datetimeFigureOut">
              <a:rPr lang="en-US" dirty="0"/>
              <a:t>11/4/2025</a:t>
            </a:fld>
            <a:endParaRPr lang="en-US" dirty="0"/>
          </a:p>
        </p:txBody>
      </p:sp>
      <p:sp>
        <p:nvSpPr>
          <p:cNvPr id="5" name="Footer Placeholder 4">
            <a:extLst>
              <a:ext uri="{FF2B5EF4-FFF2-40B4-BE49-F238E27FC236}">
                <a16:creationId xmlns:a16="http://schemas.microsoft.com/office/drawing/2014/main" id="{59A222B6-F7A8-70A5-B023-FCAD5D7C4BB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E85D758-2E38-8A8D-75BC-667F6A23B95B}"/>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24349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60DFF-11BD-F5F4-35D4-1986ABBD367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5D1279-E9A9-702E-144D-61114B788E88}"/>
              </a:ext>
            </a:extLst>
          </p:cNvPr>
          <p:cNvSpPr>
            <a:spLocks noGrp="1"/>
          </p:cNvSpPr>
          <p:nvPr>
            <p:ph sz="half" idx="1"/>
          </p:nvPr>
        </p:nvSpPr>
        <p:spPr>
          <a:xfrm>
            <a:off x="877824" y="2159175"/>
            <a:ext cx="4977453" cy="40177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584E624-7A76-56EC-FA0D-E2AA8EF9B951}"/>
              </a:ext>
            </a:extLst>
          </p:cNvPr>
          <p:cNvSpPr>
            <a:spLocks noGrp="1"/>
          </p:cNvSpPr>
          <p:nvPr>
            <p:ph sz="half" idx="2"/>
          </p:nvPr>
        </p:nvSpPr>
        <p:spPr>
          <a:xfrm>
            <a:off x="6328391" y="2159175"/>
            <a:ext cx="4985785" cy="40177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99D7DF5-30AD-AE47-D516-5CEE82770734}"/>
              </a:ext>
            </a:extLst>
          </p:cNvPr>
          <p:cNvSpPr>
            <a:spLocks noGrp="1"/>
          </p:cNvSpPr>
          <p:nvPr>
            <p:ph type="dt" sz="half" idx="10"/>
          </p:nvPr>
        </p:nvSpPr>
        <p:spPr/>
        <p:txBody>
          <a:bodyPr/>
          <a:lstStyle/>
          <a:p>
            <a:fld id="{35301268-3A74-4110-8F08-063DFB8BB885}" type="datetimeFigureOut">
              <a:rPr lang="en-US" dirty="0"/>
              <a:t>11/4/2025</a:t>
            </a:fld>
            <a:endParaRPr lang="en-US" dirty="0"/>
          </a:p>
        </p:txBody>
      </p:sp>
      <p:sp>
        <p:nvSpPr>
          <p:cNvPr id="6" name="Footer Placeholder 5">
            <a:extLst>
              <a:ext uri="{FF2B5EF4-FFF2-40B4-BE49-F238E27FC236}">
                <a16:creationId xmlns:a16="http://schemas.microsoft.com/office/drawing/2014/main" id="{8B05C503-B649-B083-6341-F6E376AF8C72}"/>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E53EA35-CF5A-DB36-8B14-5C184B6F14D3}"/>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508429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A3D8-FDD9-329B-BCC6-BBF47F01BEE2}"/>
              </a:ext>
            </a:extLst>
          </p:cNvPr>
          <p:cNvSpPr>
            <a:spLocks noGrp="1"/>
          </p:cNvSpPr>
          <p:nvPr>
            <p:ph type="title"/>
          </p:nvPr>
        </p:nvSpPr>
        <p:spPr>
          <a:xfrm>
            <a:off x="881348" y="602671"/>
            <a:ext cx="10429303" cy="76892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2EEF7DC-0699-CB3C-A7CB-39035D89A4A5}"/>
              </a:ext>
            </a:extLst>
          </p:cNvPr>
          <p:cNvSpPr>
            <a:spLocks noGrp="1"/>
          </p:cNvSpPr>
          <p:nvPr>
            <p:ph type="body" idx="1"/>
          </p:nvPr>
        </p:nvSpPr>
        <p:spPr>
          <a:xfrm>
            <a:off x="881349" y="1696325"/>
            <a:ext cx="4963538"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52EB40-99E1-CCA4-BAFA-F51AA56CF295}"/>
              </a:ext>
            </a:extLst>
          </p:cNvPr>
          <p:cNvSpPr>
            <a:spLocks noGrp="1"/>
          </p:cNvSpPr>
          <p:nvPr>
            <p:ph sz="half" idx="2"/>
          </p:nvPr>
        </p:nvSpPr>
        <p:spPr>
          <a:xfrm>
            <a:off x="881349" y="2344025"/>
            <a:ext cx="4963538" cy="3833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38979BC-6B50-751D-D569-F360938B05C8}"/>
              </a:ext>
            </a:extLst>
          </p:cNvPr>
          <p:cNvSpPr>
            <a:spLocks noGrp="1"/>
          </p:cNvSpPr>
          <p:nvPr>
            <p:ph type="body" sz="quarter" idx="3"/>
          </p:nvPr>
        </p:nvSpPr>
        <p:spPr>
          <a:xfrm>
            <a:off x="6322669" y="1696325"/>
            <a:ext cx="4987982"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4A3A26F-230E-2D25-6BDC-6ECA00FAEFD5}"/>
              </a:ext>
            </a:extLst>
          </p:cNvPr>
          <p:cNvSpPr>
            <a:spLocks noGrp="1"/>
          </p:cNvSpPr>
          <p:nvPr>
            <p:ph sz="quarter" idx="4"/>
          </p:nvPr>
        </p:nvSpPr>
        <p:spPr>
          <a:xfrm>
            <a:off x="6322669" y="2344025"/>
            <a:ext cx="4987982" cy="3833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8182A01-DE7C-3BA4-96FF-CDEF2F608FCA}"/>
              </a:ext>
            </a:extLst>
          </p:cNvPr>
          <p:cNvSpPr>
            <a:spLocks noGrp="1"/>
          </p:cNvSpPr>
          <p:nvPr>
            <p:ph type="dt" sz="half" idx="10"/>
          </p:nvPr>
        </p:nvSpPr>
        <p:spPr/>
        <p:txBody>
          <a:bodyPr/>
          <a:lstStyle/>
          <a:p>
            <a:fld id="{BF91C1AF-C1FB-48A7-98B4-E595E63F6614}" type="datetimeFigureOut">
              <a:rPr lang="en-US" dirty="0"/>
              <a:t>11/4/2025</a:t>
            </a:fld>
            <a:endParaRPr lang="en-US" dirty="0"/>
          </a:p>
        </p:txBody>
      </p:sp>
      <p:sp>
        <p:nvSpPr>
          <p:cNvPr id="8" name="Footer Placeholder 7">
            <a:extLst>
              <a:ext uri="{FF2B5EF4-FFF2-40B4-BE49-F238E27FC236}">
                <a16:creationId xmlns:a16="http://schemas.microsoft.com/office/drawing/2014/main" id="{6FCAA828-0166-8ECD-BCE8-654BEFDD7155}"/>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7690C0D2-459A-04AA-FD90-7687D2FE8A9D}"/>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567021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549F-FA71-857F-E02E-3CB63CE683E2}"/>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F569611-F911-D3D4-B613-ACCDA56C45D2}"/>
              </a:ext>
            </a:extLst>
          </p:cNvPr>
          <p:cNvSpPr>
            <a:spLocks noGrp="1"/>
          </p:cNvSpPr>
          <p:nvPr>
            <p:ph type="dt" sz="half" idx="10"/>
          </p:nvPr>
        </p:nvSpPr>
        <p:spPr/>
        <p:txBody>
          <a:bodyPr/>
          <a:lstStyle/>
          <a:p>
            <a:fld id="{97144C44-5F8C-4BEA-BBCE-8694F126DC43}" type="datetimeFigureOut">
              <a:rPr lang="en-US" dirty="0"/>
              <a:t>11/4/2025</a:t>
            </a:fld>
            <a:endParaRPr lang="en-US" dirty="0"/>
          </a:p>
        </p:txBody>
      </p:sp>
      <p:sp>
        <p:nvSpPr>
          <p:cNvPr id="4" name="Footer Placeholder 3">
            <a:extLst>
              <a:ext uri="{FF2B5EF4-FFF2-40B4-BE49-F238E27FC236}">
                <a16:creationId xmlns:a16="http://schemas.microsoft.com/office/drawing/2014/main" id="{F6EA1961-0B6B-8FEB-F2CB-C42E90EF2DF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F42AA80E-3139-9F1B-9C3E-2A76628CF4F8}"/>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706479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54789-9F96-511A-0FB6-24F6A8418C72}"/>
              </a:ext>
            </a:extLst>
          </p:cNvPr>
          <p:cNvSpPr>
            <a:spLocks noGrp="1"/>
          </p:cNvSpPr>
          <p:nvPr>
            <p:ph type="dt" sz="half" idx="10"/>
          </p:nvPr>
        </p:nvSpPr>
        <p:spPr/>
        <p:txBody>
          <a:bodyPr/>
          <a:lstStyle/>
          <a:p>
            <a:fld id="{039E56F9-C8F2-4EF7-8042-704C94FF2795}" type="datetimeFigureOut">
              <a:rPr lang="en-US" dirty="0"/>
              <a:t>11/4/2025</a:t>
            </a:fld>
            <a:endParaRPr lang="en-US" dirty="0"/>
          </a:p>
        </p:txBody>
      </p:sp>
      <p:sp>
        <p:nvSpPr>
          <p:cNvPr id="3" name="Footer Placeholder 2">
            <a:extLst>
              <a:ext uri="{FF2B5EF4-FFF2-40B4-BE49-F238E27FC236}">
                <a16:creationId xmlns:a16="http://schemas.microsoft.com/office/drawing/2014/main" id="{8B780399-ADEF-8F74-9F59-6AD804C9393E}"/>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95B6A34F-ABAB-9C4E-38A1-C6EEB944B97C}"/>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876286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E3917-2BF6-1CE2-F34B-49F0D09A1B91}"/>
              </a:ext>
            </a:extLst>
          </p:cNvPr>
          <p:cNvSpPr>
            <a:spLocks noGrp="1"/>
          </p:cNvSpPr>
          <p:nvPr>
            <p:ph type="title"/>
          </p:nvPr>
        </p:nvSpPr>
        <p:spPr>
          <a:xfrm>
            <a:off x="839788" y="807868"/>
            <a:ext cx="3640713" cy="2062594"/>
          </a:xfrm>
        </p:spPr>
        <p:txBody>
          <a:bodyPr anchor="t">
            <a:norm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40815B8F-A9F3-8583-FFF1-175021F17AF0}"/>
              </a:ext>
            </a:extLst>
          </p:cNvPr>
          <p:cNvSpPr>
            <a:spLocks noGrp="1"/>
          </p:cNvSpPr>
          <p:nvPr>
            <p:ph idx="1"/>
          </p:nvPr>
        </p:nvSpPr>
        <p:spPr>
          <a:xfrm>
            <a:off x="5432898" y="807867"/>
            <a:ext cx="5922489" cy="505318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C5D90AFF-A949-CE9E-6B94-C1B619612915}"/>
              </a:ext>
            </a:extLst>
          </p:cNvPr>
          <p:cNvSpPr>
            <a:spLocks noGrp="1"/>
          </p:cNvSpPr>
          <p:nvPr>
            <p:ph type="body" sz="half" idx="2"/>
          </p:nvPr>
        </p:nvSpPr>
        <p:spPr>
          <a:xfrm>
            <a:off x="839788" y="3000652"/>
            <a:ext cx="3640713"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DA95267E-088F-FB9A-9469-551890F29F01}"/>
              </a:ext>
            </a:extLst>
          </p:cNvPr>
          <p:cNvSpPr>
            <a:spLocks noGrp="1"/>
          </p:cNvSpPr>
          <p:nvPr>
            <p:ph type="dt" sz="half" idx="10"/>
          </p:nvPr>
        </p:nvSpPr>
        <p:spPr/>
        <p:txBody>
          <a:bodyPr/>
          <a:lstStyle/>
          <a:p>
            <a:fld id="{4F6932DF-953D-44BD-83F8-5D8DA76EA12A}" type="datetimeFigureOut">
              <a:rPr lang="en-US" dirty="0"/>
              <a:t>11/4/2025</a:t>
            </a:fld>
            <a:endParaRPr lang="en-US" dirty="0"/>
          </a:p>
        </p:txBody>
      </p:sp>
      <p:sp>
        <p:nvSpPr>
          <p:cNvPr id="6" name="Footer Placeholder 5">
            <a:extLst>
              <a:ext uri="{FF2B5EF4-FFF2-40B4-BE49-F238E27FC236}">
                <a16:creationId xmlns:a16="http://schemas.microsoft.com/office/drawing/2014/main" id="{38EA3FFC-B3A6-C0B6-5DAE-70BE0D6FBD6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08D35F-BC2E-8D14-060F-449CBAF7C0D2}"/>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577199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09ED-ED97-A3CE-5569-77B45F41450A}"/>
              </a:ext>
            </a:extLst>
          </p:cNvPr>
          <p:cNvSpPr>
            <a:spLocks noGrp="1"/>
          </p:cNvSpPr>
          <p:nvPr>
            <p:ph type="title"/>
          </p:nvPr>
        </p:nvSpPr>
        <p:spPr>
          <a:xfrm>
            <a:off x="839788" y="820881"/>
            <a:ext cx="3639312" cy="2062595"/>
          </a:xfrm>
        </p:spPr>
        <p:txBody>
          <a:bodyPr anchor="t">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0683BB3A-9E24-DE4C-9619-1502F1B6F389}"/>
              </a:ext>
            </a:extLst>
          </p:cNvPr>
          <p:cNvSpPr>
            <a:spLocks noGrp="1" noChangeAspect="1"/>
          </p:cNvSpPr>
          <p:nvPr>
            <p:ph type="pic" idx="1"/>
          </p:nvPr>
        </p:nvSpPr>
        <p:spPr>
          <a:xfrm>
            <a:off x="5247408" y="919595"/>
            <a:ext cx="6107979" cy="501361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4B4CE1F-29E0-88BB-8489-E58236B8B17B}"/>
              </a:ext>
            </a:extLst>
          </p:cNvPr>
          <p:cNvSpPr>
            <a:spLocks noGrp="1"/>
          </p:cNvSpPr>
          <p:nvPr>
            <p:ph type="body" sz="half" idx="2"/>
          </p:nvPr>
        </p:nvSpPr>
        <p:spPr>
          <a:xfrm>
            <a:off x="839788" y="3000652"/>
            <a:ext cx="3643889"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24B7212-6816-FFD1-50B2-58844AD38E26}"/>
              </a:ext>
            </a:extLst>
          </p:cNvPr>
          <p:cNvSpPr>
            <a:spLocks noGrp="1"/>
          </p:cNvSpPr>
          <p:nvPr>
            <p:ph type="dt" sz="half" idx="10"/>
          </p:nvPr>
        </p:nvSpPr>
        <p:spPr/>
        <p:txBody>
          <a:bodyPr/>
          <a:lstStyle/>
          <a:p>
            <a:fld id="{352F326D-65F4-4B2F-9A62-9E4BD9402C47}" type="datetimeFigureOut">
              <a:rPr lang="en-US" dirty="0"/>
              <a:t>11/4/2025</a:t>
            </a:fld>
            <a:endParaRPr lang="en-US" dirty="0"/>
          </a:p>
        </p:txBody>
      </p:sp>
      <p:sp>
        <p:nvSpPr>
          <p:cNvPr id="6" name="Footer Placeholder 5">
            <a:extLst>
              <a:ext uri="{FF2B5EF4-FFF2-40B4-BE49-F238E27FC236}">
                <a16:creationId xmlns:a16="http://schemas.microsoft.com/office/drawing/2014/main" id="{A2417744-5A24-B7B7-5FD6-E98E60832F2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4CDA4D1-A71D-A7A6-3D0C-294E5D280BE8}"/>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472239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90AE-F72C-4C2E-E2D0-7A8D7EEF08C1}"/>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F41B46D-142E-8C8E-C4F4-B6B1586A6FD0}"/>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54D92E3-36AD-2615-0166-6B73C34F10FA}"/>
              </a:ext>
            </a:extLst>
          </p:cNvPr>
          <p:cNvSpPr>
            <a:spLocks noGrp="1"/>
          </p:cNvSpPr>
          <p:nvPr>
            <p:ph type="dt" sz="half" idx="10"/>
          </p:nvPr>
        </p:nvSpPr>
        <p:spPr/>
        <p:txBody>
          <a:bodyPr/>
          <a:lstStyle/>
          <a:p>
            <a:fld id="{01742F6F-0846-489A-A4BC-61B476BE2887}" type="datetimeFigureOut">
              <a:rPr lang="en-US" dirty="0"/>
              <a:t>11/4/2025</a:t>
            </a:fld>
            <a:endParaRPr lang="en-US" dirty="0"/>
          </a:p>
        </p:txBody>
      </p:sp>
      <p:sp>
        <p:nvSpPr>
          <p:cNvPr id="5" name="Footer Placeholder 4">
            <a:extLst>
              <a:ext uri="{FF2B5EF4-FFF2-40B4-BE49-F238E27FC236}">
                <a16:creationId xmlns:a16="http://schemas.microsoft.com/office/drawing/2014/main" id="{F10BFB69-319D-2284-2734-217160D396D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A6883B0-C775-5BD2-8EC6-A41D19BCA156}"/>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790348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040463-6D41-8D45-088A-540B0D18838A}"/>
              </a:ext>
            </a:extLst>
          </p:cNvPr>
          <p:cNvSpPr>
            <a:spLocks noGrp="1"/>
          </p:cNvSpPr>
          <p:nvPr>
            <p:ph type="title" orient="vert"/>
          </p:nvPr>
        </p:nvSpPr>
        <p:spPr>
          <a:xfrm>
            <a:off x="8724900" y="592281"/>
            <a:ext cx="2628900" cy="558468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8B5F2276-7F04-F3F7-E3CE-F81C8DC637DC}"/>
              </a:ext>
            </a:extLst>
          </p:cNvPr>
          <p:cNvSpPr>
            <a:spLocks noGrp="1"/>
          </p:cNvSpPr>
          <p:nvPr>
            <p:ph type="body" orient="vert" idx="1"/>
          </p:nvPr>
        </p:nvSpPr>
        <p:spPr>
          <a:xfrm>
            <a:off x="838200" y="592281"/>
            <a:ext cx="7734300" cy="558468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71802BF-9E0C-3251-8FAE-81F07DB05344}"/>
              </a:ext>
            </a:extLst>
          </p:cNvPr>
          <p:cNvSpPr>
            <a:spLocks noGrp="1"/>
          </p:cNvSpPr>
          <p:nvPr>
            <p:ph type="dt" sz="half" idx="10"/>
          </p:nvPr>
        </p:nvSpPr>
        <p:spPr/>
        <p:txBody>
          <a:bodyPr/>
          <a:lstStyle/>
          <a:p>
            <a:fld id="{B229DF21-A340-467A-94AB-9502647BB771}" type="datetimeFigureOut">
              <a:rPr lang="en-US" dirty="0"/>
              <a:t>11/4/2025</a:t>
            </a:fld>
            <a:endParaRPr lang="en-US" dirty="0"/>
          </a:p>
        </p:txBody>
      </p:sp>
      <p:sp>
        <p:nvSpPr>
          <p:cNvPr id="5" name="Footer Placeholder 4">
            <a:extLst>
              <a:ext uri="{FF2B5EF4-FFF2-40B4-BE49-F238E27FC236}">
                <a16:creationId xmlns:a16="http://schemas.microsoft.com/office/drawing/2014/main" id="{329F1754-5B8F-A9FA-E8B1-06E04CE283D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F01E6A8-5139-ECD4-CC0C-32FFC6741000}"/>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970653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858A62-FE72-978B-BE71-05908D82E1A4}"/>
              </a:ext>
            </a:extLst>
          </p:cNvPr>
          <p:cNvSpPr/>
          <p:nvPr/>
        </p:nvSpPr>
        <p:spPr>
          <a:xfrm>
            <a:off x="0" y="0"/>
            <a:ext cx="12192000" cy="6860161"/>
          </a:xfrm>
          <a:prstGeom prst="rect">
            <a:avLst/>
          </a:prstGeom>
          <a:solidFill>
            <a:schemeClr val="bg2">
              <a:lumMod val="75000"/>
              <a:alpha val="1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5BFA14B7-4740-5D9F-6489-BAD00C3E0D68}"/>
              </a:ext>
            </a:extLst>
          </p:cNvPr>
          <p:cNvSpPr>
            <a:spLocks noGrp="1"/>
          </p:cNvSpPr>
          <p:nvPr>
            <p:ph type="title"/>
          </p:nvPr>
        </p:nvSpPr>
        <p:spPr>
          <a:xfrm>
            <a:off x="871108" y="588245"/>
            <a:ext cx="10449784" cy="1265928"/>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90487F-803F-C5AF-BD93-39C0FC738963}"/>
              </a:ext>
            </a:extLst>
          </p:cNvPr>
          <p:cNvSpPr>
            <a:spLocks noGrp="1"/>
          </p:cNvSpPr>
          <p:nvPr>
            <p:ph type="body" idx="1"/>
          </p:nvPr>
        </p:nvSpPr>
        <p:spPr>
          <a:xfrm>
            <a:off x="877824" y="2157984"/>
            <a:ext cx="10442448" cy="39038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586FCEF-4EDF-C2EF-7D81-FEFF7042F350}"/>
              </a:ext>
            </a:extLst>
          </p:cNvPr>
          <p:cNvSpPr>
            <a:spLocks noGrp="1"/>
          </p:cNvSpPr>
          <p:nvPr>
            <p:ph type="dt" sz="half" idx="2"/>
          </p:nvPr>
        </p:nvSpPr>
        <p:spPr>
          <a:xfrm>
            <a:off x="877824" y="6356350"/>
            <a:ext cx="2743200" cy="365125"/>
          </a:xfrm>
          <a:prstGeom prst="rect">
            <a:avLst/>
          </a:prstGeom>
        </p:spPr>
        <p:txBody>
          <a:bodyPr vert="horz" lIns="91440" tIns="45720" rIns="91440" bIns="45720" rtlCol="0" anchor="ctr"/>
          <a:lstStyle>
            <a:lvl1pPr algn="l">
              <a:defRPr sz="800" cap="all" spc="300" baseline="0">
                <a:solidFill>
                  <a:schemeClr val="tx2"/>
                </a:solidFill>
              </a:defRPr>
            </a:lvl1pPr>
          </a:lstStyle>
          <a:p>
            <a:fld id="{F9B0CB28-85DB-480B-8C99-FD493ACC7120}" type="datetimeFigureOut">
              <a:rPr lang="en-US" dirty="0"/>
              <a:t>11/4/2025</a:t>
            </a:fld>
            <a:endParaRPr lang="en-US" dirty="0"/>
          </a:p>
        </p:txBody>
      </p:sp>
      <p:sp>
        <p:nvSpPr>
          <p:cNvPr id="5" name="Footer Placeholder 4">
            <a:extLst>
              <a:ext uri="{FF2B5EF4-FFF2-40B4-BE49-F238E27FC236}">
                <a16:creationId xmlns:a16="http://schemas.microsoft.com/office/drawing/2014/main" id="{9A4663BC-4D46-C74D-DDF2-9D25B4D96F9B}"/>
              </a:ext>
            </a:extLst>
          </p:cNvPr>
          <p:cNvSpPr>
            <a:spLocks noGrp="1"/>
          </p:cNvSpPr>
          <p:nvPr>
            <p:ph type="ftr" sz="quarter" idx="3"/>
          </p:nvPr>
        </p:nvSpPr>
        <p:spPr>
          <a:xfrm>
            <a:off x="7132320" y="6356350"/>
            <a:ext cx="4297680" cy="365125"/>
          </a:xfrm>
          <a:prstGeom prst="rect">
            <a:avLst/>
          </a:prstGeom>
        </p:spPr>
        <p:txBody>
          <a:bodyPr vert="horz" lIns="91440" tIns="45720" rIns="91440" bIns="45720" rtlCol="0" anchor="ctr"/>
          <a:lstStyle>
            <a:lvl1pPr algn="r">
              <a:defRPr sz="800" cap="all" spc="300" baseline="0">
                <a:solidFill>
                  <a:schemeClr val="tx2"/>
                </a:solidFill>
              </a:defRPr>
            </a:lvl1pPr>
          </a:lstStyle>
          <a:p>
            <a:r>
              <a:rPr lang="en-US" dirty="0"/>
              <a:t>
              </a:t>
            </a:r>
          </a:p>
        </p:txBody>
      </p:sp>
      <p:sp>
        <p:nvSpPr>
          <p:cNvPr id="6" name="Slide Number Placeholder 5">
            <a:extLst>
              <a:ext uri="{FF2B5EF4-FFF2-40B4-BE49-F238E27FC236}">
                <a16:creationId xmlns:a16="http://schemas.microsoft.com/office/drawing/2014/main" id="{B71B4EAE-CB5C-D14B-77EF-7B155FA68353}"/>
              </a:ext>
            </a:extLst>
          </p:cNvPr>
          <p:cNvSpPr>
            <a:spLocks noGrp="1"/>
          </p:cNvSpPr>
          <p:nvPr>
            <p:ph type="sldNum" sz="quarter" idx="4"/>
          </p:nvPr>
        </p:nvSpPr>
        <p:spPr>
          <a:xfrm>
            <a:off x="11429999" y="6356350"/>
            <a:ext cx="521207" cy="365125"/>
          </a:xfrm>
          <a:prstGeom prst="rect">
            <a:avLst/>
          </a:prstGeom>
        </p:spPr>
        <p:txBody>
          <a:bodyPr vert="horz" lIns="91440" tIns="45720" rIns="91440" bIns="45720" rtlCol="0" anchor="ctr"/>
          <a:lstStyle>
            <a:lvl1pPr algn="r">
              <a:defRPr sz="1400">
                <a:solidFill>
                  <a:schemeClr val="tx2"/>
                </a:solidFill>
                <a:latin typeface="+mj-lt"/>
              </a:defRPr>
            </a:lvl1pPr>
          </a:lstStyle>
          <a:p>
            <a:fld id="{5E4DE196-8A13-4FF7-A07E-102851959EAB}" type="slidenum">
              <a:rPr lang="en-US" dirty="0"/>
              <a:pPr/>
              <a:t>‹#›</a:t>
            </a:fld>
            <a:endParaRPr lang="en-US" dirty="0"/>
          </a:p>
        </p:txBody>
      </p:sp>
    </p:spTree>
    <p:extLst>
      <p:ext uri="{BB962C8B-B14F-4D97-AF65-F5344CB8AC3E}">
        <p14:creationId xmlns:p14="http://schemas.microsoft.com/office/powerpoint/2010/main" val="4736157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10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orient="horz" pos="3816">
          <p15:clr>
            <a:srgbClr val="F26B43"/>
          </p15:clr>
        </p15:guide>
        <p15:guide id="6" orient="horz" pos="117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C386B7-DAEC-02CC-9C59-AB9E54335DAB}"/>
              </a:ext>
            </a:extLst>
          </p:cNvPr>
          <p:cNvSpPr>
            <a:spLocks noGrp="1"/>
          </p:cNvSpPr>
          <p:nvPr>
            <p:ph type="title"/>
          </p:nvPr>
        </p:nvSpPr>
        <p:spPr>
          <a:xfrm>
            <a:off x="3472543" y="2759982"/>
            <a:ext cx="5246915" cy="1347334"/>
          </a:xfrm>
        </p:spPr>
        <p:txBody>
          <a:bodyPr>
            <a:normAutofit/>
          </a:bodyPr>
          <a:lstStyle/>
          <a:p>
            <a:r>
              <a:rPr lang="en-GB" dirty="0"/>
              <a:t>Team 3 Group Project</a:t>
            </a:r>
          </a:p>
        </p:txBody>
      </p:sp>
    </p:spTree>
    <p:extLst>
      <p:ext uri="{BB962C8B-B14F-4D97-AF65-F5344CB8AC3E}">
        <p14:creationId xmlns:p14="http://schemas.microsoft.com/office/powerpoint/2010/main" val="3302999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9F74CAD-174C-2EF7-A84D-D2C97A25CD76}"/>
              </a:ext>
            </a:extLst>
          </p:cNvPr>
          <p:cNvSpPr>
            <a:spLocks noGrp="1"/>
          </p:cNvSpPr>
          <p:nvPr>
            <p:ph type="title"/>
          </p:nvPr>
        </p:nvSpPr>
        <p:spPr>
          <a:xfrm>
            <a:off x="4760601" y="4377"/>
            <a:ext cx="2661939" cy="585334"/>
          </a:xfrm>
        </p:spPr>
        <p:txBody>
          <a:bodyPr>
            <a:normAutofit/>
          </a:bodyPr>
          <a:lstStyle/>
          <a:p>
            <a:r>
              <a:rPr lang="en-GB" dirty="0"/>
              <a:t>Project Recap</a:t>
            </a:r>
            <a:endParaRPr lang="en-US" dirty="0"/>
          </a:p>
        </p:txBody>
      </p:sp>
      <p:pic>
        <p:nvPicPr>
          <p:cNvPr id="6" name="Picture 5">
            <a:extLst>
              <a:ext uri="{FF2B5EF4-FFF2-40B4-BE49-F238E27FC236}">
                <a16:creationId xmlns:a16="http://schemas.microsoft.com/office/drawing/2014/main" id="{C1A54816-175D-606E-E90E-3906997DE6BE}"/>
              </a:ext>
            </a:extLst>
          </p:cNvPr>
          <p:cNvPicPr>
            <a:picLocks noChangeAspect="1"/>
          </p:cNvPicPr>
          <p:nvPr/>
        </p:nvPicPr>
        <p:blipFill>
          <a:blip r:embed="rId3"/>
          <a:srcRect r="193" b="-6490"/>
          <a:stretch>
            <a:fillRect/>
          </a:stretch>
        </p:blipFill>
        <p:spPr>
          <a:xfrm>
            <a:off x="26581" y="2861931"/>
            <a:ext cx="3302858" cy="1832116"/>
          </a:xfrm>
          <a:prstGeom prst="rect">
            <a:avLst/>
          </a:prstGeom>
        </p:spPr>
      </p:pic>
      <p:sp>
        <p:nvSpPr>
          <p:cNvPr id="7" name="TextBox 6">
            <a:extLst>
              <a:ext uri="{FF2B5EF4-FFF2-40B4-BE49-F238E27FC236}">
                <a16:creationId xmlns:a16="http://schemas.microsoft.com/office/drawing/2014/main" id="{21452634-EBEF-C140-D4FB-2662737BC6CC}"/>
              </a:ext>
            </a:extLst>
          </p:cNvPr>
          <p:cNvSpPr txBox="1"/>
          <p:nvPr/>
        </p:nvSpPr>
        <p:spPr>
          <a:xfrm>
            <a:off x="21544" y="4577739"/>
            <a:ext cx="330974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Stage 1 retrieving ticket data from database</a:t>
            </a:r>
          </a:p>
        </p:txBody>
      </p:sp>
      <p:pic>
        <p:nvPicPr>
          <p:cNvPr id="8" name="Picture 7" descr="A high angle view of a city&#10;&#10;AI-generated content may be incorrect.">
            <a:extLst>
              <a:ext uri="{FF2B5EF4-FFF2-40B4-BE49-F238E27FC236}">
                <a16:creationId xmlns:a16="http://schemas.microsoft.com/office/drawing/2014/main" id="{9CE515A7-F1AF-D0B3-5489-7DE0D6E334A6}"/>
              </a:ext>
            </a:extLst>
          </p:cNvPr>
          <p:cNvPicPr>
            <a:picLocks noChangeAspect="1"/>
          </p:cNvPicPr>
          <p:nvPr/>
        </p:nvPicPr>
        <p:blipFill>
          <a:blip r:embed="rId4"/>
          <a:srcRect r="-17182" b="3712"/>
          <a:stretch>
            <a:fillRect/>
          </a:stretch>
        </p:blipFill>
        <p:spPr>
          <a:xfrm>
            <a:off x="4906350" y="2618862"/>
            <a:ext cx="3303836" cy="1834277"/>
          </a:xfrm>
          <a:prstGeom prst="rect">
            <a:avLst/>
          </a:prstGeom>
        </p:spPr>
      </p:pic>
      <p:sp>
        <p:nvSpPr>
          <p:cNvPr id="9" name="TextBox 8">
            <a:extLst>
              <a:ext uri="{FF2B5EF4-FFF2-40B4-BE49-F238E27FC236}">
                <a16:creationId xmlns:a16="http://schemas.microsoft.com/office/drawing/2014/main" id="{52AFCDF2-4070-8FAF-A330-00DA808AACCD}"/>
              </a:ext>
            </a:extLst>
          </p:cNvPr>
          <p:cNvSpPr txBox="1"/>
          <p:nvPr/>
        </p:nvSpPr>
        <p:spPr>
          <a:xfrm>
            <a:off x="4972951" y="2244405"/>
            <a:ext cx="29230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Stage 2 AI data organisation</a:t>
            </a:r>
          </a:p>
        </p:txBody>
      </p:sp>
      <p:pic>
        <p:nvPicPr>
          <p:cNvPr id="10" name="Picture 9" descr="A person typing on a computer&#10;&#10;AI-generated content may be incorrect.">
            <a:extLst>
              <a:ext uri="{FF2B5EF4-FFF2-40B4-BE49-F238E27FC236}">
                <a16:creationId xmlns:a16="http://schemas.microsoft.com/office/drawing/2014/main" id="{DE3DBB93-49A1-45A0-2EA3-9FE58457FB8D}"/>
              </a:ext>
            </a:extLst>
          </p:cNvPr>
          <p:cNvPicPr>
            <a:picLocks noChangeAspect="1"/>
          </p:cNvPicPr>
          <p:nvPr/>
        </p:nvPicPr>
        <p:blipFill>
          <a:blip r:embed="rId5"/>
          <a:stretch>
            <a:fillRect/>
          </a:stretch>
        </p:blipFill>
        <p:spPr>
          <a:xfrm>
            <a:off x="7757220" y="4753988"/>
            <a:ext cx="4278086" cy="156702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C770F56C-B9C4-2385-081F-C54FAA5BBD8B}"/>
              </a:ext>
            </a:extLst>
          </p:cNvPr>
          <p:cNvPicPr>
            <a:picLocks noChangeAspect="1"/>
          </p:cNvPicPr>
          <p:nvPr/>
        </p:nvPicPr>
        <p:blipFill>
          <a:blip r:embed="rId6"/>
          <a:stretch>
            <a:fillRect/>
          </a:stretch>
        </p:blipFill>
        <p:spPr>
          <a:xfrm>
            <a:off x="5226581" y="4751801"/>
            <a:ext cx="2666363" cy="2305354"/>
          </a:xfrm>
          <a:prstGeom prst="rect">
            <a:avLst/>
          </a:prstGeom>
        </p:spPr>
      </p:pic>
      <p:sp>
        <p:nvSpPr>
          <p:cNvPr id="13" name="TextBox 12">
            <a:extLst>
              <a:ext uri="{FF2B5EF4-FFF2-40B4-BE49-F238E27FC236}">
                <a16:creationId xmlns:a16="http://schemas.microsoft.com/office/drawing/2014/main" id="{E27E6A74-E1A5-808B-D16C-78955D5C8341}"/>
              </a:ext>
            </a:extLst>
          </p:cNvPr>
          <p:cNvSpPr txBox="1"/>
          <p:nvPr/>
        </p:nvSpPr>
        <p:spPr>
          <a:xfrm>
            <a:off x="5063830" y="6316044"/>
            <a:ext cx="69690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Stage 3 User Ticket viewing experience </a:t>
            </a:r>
          </a:p>
        </p:txBody>
      </p:sp>
      <p:cxnSp>
        <p:nvCxnSpPr>
          <p:cNvPr id="14" name="Straight Arrow Connector 13">
            <a:extLst>
              <a:ext uri="{FF2B5EF4-FFF2-40B4-BE49-F238E27FC236}">
                <a16:creationId xmlns:a16="http://schemas.microsoft.com/office/drawing/2014/main" id="{4174FA94-EA40-2D65-8BCF-2A8190361012}"/>
              </a:ext>
            </a:extLst>
          </p:cNvPr>
          <p:cNvCxnSpPr/>
          <p:nvPr/>
        </p:nvCxnSpPr>
        <p:spPr>
          <a:xfrm>
            <a:off x="3334824" y="4092670"/>
            <a:ext cx="1544860" cy="22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5FBF532C-17DD-49A3-3A4E-B5E9B8FAF063}"/>
              </a:ext>
            </a:extLst>
          </p:cNvPr>
          <p:cNvCxnSpPr/>
          <p:nvPr/>
        </p:nvCxnSpPr>
        <p:spPr>
          <a:xfrm flipH="1">
            <a:off x="928419" y="1022044"/>
            <a:ext cx="2029910" cy="401632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8965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EBCD2F0-E219-26F1-6B88-CF48C05E91DA}"/>
              </a:ext>
            </a:extLst>
          </p:cNvPr>
          <p:cNvSpPr txBox="1"/>
          <p:nvPr/>
        </p:nvSpPr>
        <p:spPr>
          <a:xfrm>
            <a:off x="4014216" y="329184"/>
            <a:ext cx="3858768" cy="769441"/>
          </a:xfrm>
          <a:prstGeom prst="rect">
            <a:avLst/>
          </a:prstGeom>
          <a:noFill/>
        </p:spPr>
        <p:txBody>
          <a:bodyPr wrap="square" rtlCol="0">
            <a:spAutoFit/>
          </a:bodyPr>
          <a:lstStyle/>
          <a:p>
            <a:r>
              <a:rPr lang="en-GB" sz="4400" dirty="0"/>
              <a:t>Ticket Creation</a:t>
            </a:r>
          </a:p>
        </p:txBody>
      </p:sp>
      <p:sp>
        <p:nvSpPr>
          <p:cNvPr id="2" name="TextBox 1">
            <a:extLst>
              <a:ext uri="{FF2B5EF4-FFF2-40B4-BE49-F238E27FC236}">
                <a16:creationId xmlns:a16="http://schemas.microsoft.com/office/drawing/2014/main" id="{CFFAD4C6-D1C4-1F39-D96A-C8FCDFCD221E}"/>
              </a:ext>
            </a:extLst>
          </p:cNvPr>
          <p:cNvSpPr txBox="1"/>
          <p:nvPr/>
        </p:nvSpPr>
        <p:spPr>
          <a:xfrm>
            <a:off x="793819" y="2255018"/>
            <a:ext cx="2512087" cy="2031325"/>
          </a:xfrm>
          <a:prstGeom prst="rect">
            <a:avLst/>
          </a:prstGeom>
          <a:solidFill>
            <a:schemeClr val="accent2"/>
          </a:solid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dirty="0"/>
              <a:t>Attributes</a:t>
            </a:r>
            <a:r>
              <a:rPr lang="en-GB" dirty="0"/>
              <a:t>:</a:t>
            </a:r>
          </a:p>
          <a:p>
            <a:endParaRPr lang="en-GB" dirty="0"/>
          </a:p>
          <a:p>
            <a:pPr marL="285750" indent="-285750">
              <a:buFont typeface="Calibri"/>
              <a:buChar char="-"/>
            </a:pPr>
            <a:r>
              <a:rPr lang="en-GB" dirty="0"/>
              <a:t>Company Name</a:t>
            </a:r>
          </a:p>
          <a:p>
            <a:pPr marL="285750" indent="-285750">
              <a:buFont typeface="Calibri"/>
              <a:buChar char="-"/>
            </a:pPr>
            <a:r>
              <a:rPr lang="en-GB" dirty="0"/>
              <a:t>Device</a:t>
            </a:r>
          </a:p>
          <a:p>
            <a:pPr marL="285750" indent="-285750">
              <a:buFont typeface="Calibri"/>
              <a:buChar char="-"/>
            </a:pPr>
            <a:r>
              <a:rPr lang="en-GB" dirty="0"/>
              <a:t>Issue type</a:t>
            </a:r>
          </a:p>
          <a:p>
            <a:pPr marL="285750" indent="-285750">
              <a:buFont typeface="Calibri"/>
              <a:buChar char="-"/>
            </a:pPr>
            <a:r>
              <a:rPr lang="en-GB" dirty="0"/>
              <a:t>Sub issue type</a:t>
            </a:r>
          </a:p>
          <a:p>
            <a:pPr marL="285750" indent="-285750">
              <a:buFont typeface="Calibri"/>
              <a:buChar char="-"/>
            </a:pPr>
            <a:r>
              <a:rPr lang="en-GB" dirty="0"/>
              <a:t>Etc</a:t>
            </a:r>
          </a:p>
        </p:txBody>
      </p:sp>
      <p:pic>
        <p:nvPicPr>
          <p:cNvPr id="4" name="Picture 3" descr="A high angle view of a city&#10;&#10;AI-generated content may be incorrect.">
            <a:extLst>
              <a:ext uri="{FF2B5EF4-FFF2-40B4-BE49-F238E27FC236}">
                <a16:creationId xmlns:a16="http://schemas.microsoft.com/office/drawing/2014/main" id="{5150E89E-BFE9-F896-C645-FD580C1650BB}"/>
              </a:ext>
            </a:extLst>
          </p:cNvPr>
          <p:cNvPicPr>
            <a:picLocks noChangeAspect="1"/>
          </p:cNvPicPr>
          <p:nvPr/>
        </p:nvPicPr>
        <p:blipFill>
          <a:blip r:embed="rId3"/>
          <a:srcRect r="-17182" b="3712"/>
          <a:stretch>
            <a:fillRect/>
          </a:stretch>
        </p:blipFill>
        <p:spPr>
          <a:xfrm>
            <a:off x="5942343" y="2090057"/>
            <a:ext cx="3303836" cy="1834277"/>
          </a:xfrm>
          <a:prstGeom prst="rect">
            <a:avLst/>
          </a:prstGeom>
        </p:spPr>
      </p:pic>
      <p:cxnSp>
        <p:nvCxnSpPr>
          <p:cNvPr id="5" name="Straight Arrow Connector 4">
            <a:extLst>
              <a:ext uri="{FF2B5EF4-FFF2-40B4-BE49-F238E27FC236}">
                <a16:creationId xmlns:a16="http://schemas.microsoft.com/office/drawing/2014/main" id="{F8F6FEA5-7EA6-831E-7302-B1F1DDDDE55F}"/>
              </a:ext>
            </a:extLst>
          </p:cNvPr>
          <p:cNvCxnSpPr/>
          <p:nvPr/>
        </p:nvCxnSpPr>
        <p:spPr>
          <a:xfrm flipV="1">
            <a:off x="3308729" y="3199821"/>
            <a:ext cx="2625963" cy="165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BE87CA0-4F6B-9141-A03E-0C226D9E1CAC}"/>
              </a:ext>
            </a:extLst>
          </p:cNvPr>
          <p:cNvSpPr txBox="1"/>
          <p:nvPr/>
        </p:nvSpPr>
        <p:spPr>
          <a:xfrm>
            <a:off x="3794581" y="2563072"/>
            <a:ext cx="189719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SQL retrieve Data Commands</a:t>
            </a:r>
          </a:p>
        </p:txBody>
      </p:sp>
    </p:spTree>
    <p:extLst>
      <p:ext uri="{BB962C8B-B14F-4D97-AF65-F5344CB8AC3E}">
        <p14:creationId xmlns:p14="http://schemas.microsoft.com/office/powerpoint/2010/main" val="2836659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7266D-0CC5-C617-5715-8E5FAF390D2C}"/>
              </a:ext>
            </a:extLst>
          </p:cNvPr>
          <p:cNvSpPr>
            <a:spLocks noGrp="1"/>
          </p:cNvSpPr>
          <p:nvPr>
            <p:ph type="title"/>
          </p:nvPr>
        </p:nvSpPr>
        <p:spPr>
          <a:xfrm>
            <a:off x="3994044" y="-2459"/>
            <a:ext cx="4212773" cy="563563"/>
          </a:xfrm>
        </p:spPr>
        <p:txBody>
          <a:bodyPr>
            <a:normAutofit fontScale="90000"/>
          </a:bodyPr>
          <a:lstStyle/>
          <a:p>
            <a:r>
              <a:rPr lang="en-GB" dirty="0"/>
              <a:t>Ticket AI Organisation</a:t>
            </a:r>
          </a:p>
        </p:txBody>
      </p:sp>
      <p:pic>
        <p:nvPicPr>
          <p:cNvPr id="6" name="Picture 5">
            <a:extLst>
              <a:ext uri="{FF2B5EF4-FFF2-40B4-BE49-F238E27FC236}">
                <a16:creationId xmlns:a16="http://schemas.microsoft.com/office/drawing/2014/main" id="{ACDA2A24-5245-26B1-C1F0-A6F8A9BF1632}"/>
              </a:ext>
            </a:extLst>
          </p:cNvPr>
          <p:cNvPicPr>
            <a:picLocks noChangeAspect="1"/>
          </p:cNvPicPr>
          <p:nvPr/>
        </p:nvPicPr>
        <p:blipFill>
          <a:blip r:embed="rId3"/>
          <a:stretch>
            <a:fillRect/>
          </a:stretch>
        </p:blipFill>
        <p:spPr>
          <a:xfrm>
            <a:off x="4703799" y="2099230"/>
            <a:ext cx="1660854" cy="1687129"/>
          </a:xfrm>
          <a:prstGeom prst="rect">
            <a:avLst/>
          </a:prstGeom>
        </p:spPr>
      </p:pic>
      <p:sp>
        <p:nvSpPr>
          <p:cNvPr id="5" name="TextBox 4">
            <a:extLst>
              <a:ext uri="{FF2B5EF4-FFF2-40B4-BE49-F238E27FC236}">
                <a16:creationId xmlns:a16="http://schemas.microsoft.com/office/drawing/2014/main" id="{C99CB6D1-2416-4547-EEF3-3CA46609C79D}"/>
              </a:ext>
            </a:extLst>
          </p:cNvPr>
          <p:cNvSpPr txBox="1"/>
          <p:nvPr/>
        </p:nvSpPr>
        <p:spPr>
          <a:xfrm>
            <a:off x="191308" y="2095529"/>
            <a:ext cx="1936157" cy="2031325"/>
          </a:xfrm>
          <a:prstGeom prst="rect">
            <a:avLst/>
          </a:prstGeom>
          <a:solidFill>
            <a:schemeClr val="accent2"/>
          </a:solid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dirty="0"/>
              <a:t>Alerts</a:t>
            </a:r>
            <a:r>
              <a:rPr lang="en-GB" dirty="0"/>
              <a:t>:</a:t>
            </a:r>
          </a:p>
          <a:p>
            <a:endParaRPr lang="en-GB" dirty="0"/>
          </a:p>
          <a:p>
            <a:pPr marL="285750" indent="-285750">
              <a:buFont typeface="Calibri"/>
              <a:buChar char="-"/>
            </a:pPr>
            <a:r>
              <a:rPr lang="en-GB" dirty="0"/>
              <a:t>TicketData1</a:t>
            </a:r>
          </a:p>
          <a:p>
            <a:pPr marL="285750" indent="-285750">
              <a:buFont typeface="Calibri"/>
              <a:buChar char="-"/>
            </a:pPr>
            <a:r>
              <a:rPr lang="en-GB" dirty="0"/>
              <a:t>TicketData2</a:t>
            </a:r>
          </a:p>
          <a:p>
            <a:pPr marL="285750" indent="-285750">
              <a:buFont typeface="Calibri"/>
              <a:buChar char="-"/>
            </a:pPr>
            <a:r>
              <a:rPr lang="en-GB" dirty="0"/>
              <a:t>TicketData3</a:t>
            </a:r>
          </a:p>
          <a:p>
            <a:pPr marL="285750" indent="-285750">
              <a:buFont typeface="Calibri"/>
              <a:buChar char="-"/>
            </a:pPr>
            <a:r>
              <a:rPr lang="en-GB" dirty="0"/>
              <a:t>TicketData4</a:t>
            </a:r>
          </a:p>
          <a:p>
            <a:pPr marL="285750" indent="-285750">
              <a:buFont typeface="Calibri"/>
              <a:buChar char="-"/>
            </a:pPr>
            <a:r>
              <a:rPr lang="en-GB" dirty="0"/>
              <a:t>TicketData5</a:t>
            </a:r>
          </a:p>
        </p:txBody>
      </p:sp>
      <p:sp>
        <p:nvSpPr>
          <p:cNvPr id="7" name="TextBox 6">
            <a:extLst>
              <a:ext uri="{FF2B5EF4-FFF2-40B4-BE49-F238E27FC236}">
                <a16:creationId xmlns:a16="http://schemas.microsoft.com/office/drawing/2014/main" id="{1144B716-93FC-7FFE-2D31-1DFBD4F5D006}"/>
              </a:ext>
            </a:extLst>
          </p:cNvPr>
          <p:cNvSpPr txBox="1"/>
          <p:nvPr/>
        </p:nvSpPr>
        <p:spPr>
          <a:xfrm>
            <a:off x="4703379" y="3778836"/>
            <a:ext cx="19373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AI Alert Organiser</a:t>
            </a:r>
          </a:p>
        </p:txBody>
      </p:sp>
      <p:cxnSp>
        <p:nvCxnSpPr>
          <p:cNvPr id="8" name="Straight Arrow Connector 7">
            <a:extLst>
              <a:ext uri="{FF2B5EF4-FFF2-40B4-BE49-F238E27FC236}">
                <a16:creationId xmlns:a16="http://schemas.microsoft.com/office/drawing/2014/main" id="{E7A77FBF-F663-AE44-3AD5-2552284FFE56}"/>
              </a:ext>
            </a:extLst>
          </p:cNvPr>
          <p:cNvCxnSpPr/>
          <p:nvPr/>
        </p:nvCxnSpPr>
        <p:spPr>
          <a:xfrm>
            <a:off x="2115207" y="2758965"/>
            <a:ext cx="2575034" cy="262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DEC4698-A756-2245-76C6-E9A62B70B08D}"/>
              </a:ext>
            </a:extLst>
          </p:cNvPr>
          <p:cNvSpPr txBox="1"/>
          <p:nvPr/>
        </p:nvSpPr>
        <p:spPr>
          <a:xfrm>
            <a:off x="2758965" y="2194034"/>
            <a:ext cx="168165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Reads data in each ticket</a:t>
            </a:r>
          </a:p>
        </p:txBody>
      </p:sp>
      <p:cxnSp>
        <p:nvCxnSpPr>
          <p:cNvPr id="10" name="Straight Arrow Connector 9">
            <a:extLst>
              <a:ext uri="{FF2B5EF4-FFF2-40B4-BE49-F238E27FC236}">
                <a16:creationId xmlns:a16="http://schemas.microsoft.com/office/drawing/2014/main" id="{07187F07-DED2-F37D-6AAA-71B152A8EAC3}"/>
              </a:ext>
            </a:extLst>
          </p:cNvPr>
          <p:cNvCxnSpPr>
            <a:cxnSpLocks/>
          </p:cNvCxnSpPr>
          <p:nvPr/>
        </p:nvCxnSpPr>
        <p:spPr>
          <a:xfrm>
            <a:off x="6371896" y="2925378"/>
            <a:ext cx="2575034" cy="262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AA69F1A-6E29-1DB8-84DF-7FFDCAAB0100}"/>
              </a:ext>
            </a:extLst>
          </p:cNvPr>
          <p:cNvSpPr txBox="1"/>
          <p:nvPr/>
        </p:nvSpPr>
        <p:spPr>
          <a:xfrm>
            <a:off x="10254963" y="4153804"/>
            <a:ext cx="1936157" cy="923330"/>
          </a:xfrm>
          <a:prstGeom prst="rect">
            <a:avLst/>
          </a:prstGeom>
          <a:solidFill>
            <a:schemeClr val="accent2"/>
          </a:solid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dirty="0"/>
              <a:t>Backups</a:t>
            </a:r>
            <a:r>
              <a:rPr lang="en-GB" dirty="0"/>
              <a:t>:</a:t>
            </a:r>
          </a:p>
          <a:p>
            <a:endParaRPr lang="en-GB" dirty="0"/>
          </a:p>
          <a:p>
            <a:pPr marL="285750" indent="-285750">
              <a:buFont typeface="Calibri"/>
              <a:buChar char="-"/>
            </a:pPr>
            <a:r>
              <a:rPr lang="en-GB" dirty="0"/>
              <a:t>TicketData5</a:t>
            </a:r>
          </a:p>
        </p:txBody>
      </p:sp>
      <p:sp>
        <p:nvSpPr>
          <p:cNvPr id="12" name="TextBox 11">
            <a:extLst>
              <a:ext uri="{FF2B5EF4-FFF2-40B4-BE49-F238E27FC236}">
                <a16:creationId xmlns:a16="http://schemas.microsoft.com/office/drawing/2014/main" id="{C1DAA481-F82E-78B9-4218-DF6CEBF55DA3}"/>
              </a:ext>
            </a:extLst>
          </p:cNvPr>
          <p:cNvSpPr txBox="1"/>
          <p:nvPr/>
        </p:nvSpPr>
        <p:spPr>
          <a:xfrm>
            <a:off x="10254962" y="2410838"/>
            <a:ext cx="1936157" cy="923330"/>
          </a:xfrm>
          <a:prstGeom prst="rect">
            <a:avLst/>
          </a:prstGeom>
          <a:solidFill>
            <a:schemeClr val="accent2"/>
          </a:solid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dirty="0"/>
              <a:t>Critical Alerts</a:t>
            </a:r>
            <a:r>
              <a:rPr lang="en-GB" dirty="0"/>
              <a:t>:</a:t>
            </a:r>
          </a:p>
          <a:p>
            <a:endParaRPr lang="en-GB" dirty="0"/>
          </a:p>
          <a:p>
            <a:pPr marL="285750" indent="-285750">
              <a:buFont typeface="Calibri"/>
              <a:buChar char="-"/>
            </a:pPr>
            <a:r>
              <a:rPr lang="en-GB" dirty="0"/>
              <a:t>TicketData4</a:t>
            </a:r>
          </a:p>
        </p:txBody>
      </p:sp>
      <p:sp>
        <p:nvSpPr>
          <p:cNvPr id="13" name="TextBox 12">
            <a:extLst>
              <a:ext uri="{FF2B5EF4-FFF2-40B4-BE49-F238E27FC236}">
                <a16:creationId xmlns:a16="http://schemas.microsoft.com/office/drawing/2014/main" id="{A09F54F4-37D8-358F-BC1B-7BFD8293DFBF}"/>
              </a:ext>
            </a:extLst>
          </p:cNvPr>
          <p:cNvSpPr txBox="1"/>
          <p:nvPr/>
        </p:nvSpPr>
        <p:spPr>
          <a:xfrm>
            <a:off x="10254962" y="159873"/>
            <a:ext cx="1936157" cy="1754326"/>
          </a:xfrm>
          <a:prstGeom prst="rect">
            <a:avLst/>
          </a:prstGeom>
          <a:solidFill>
            <a:schemeClr val="accent2"/>
          </a:solid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u="sng" dirty="0"/>
              <a:t>Company with most Alerts</a:t>
            </a:r>
            <a:r>
              <a:rPr lang="en-GB" dirty="0"/>
              <a:t>:</a:t>
            </a:r>
          </a:p>
          <a:p>
            <a:endParaRPr lang="en-GB" dirty="0"/>
          </a:p>
          <a:p>
            <a:pPr marL="285750" indent="-285750">
              <a:buFont typeface="Calibri"/>
              <a:buChar char="-"/>
            </a:pPr>
            <a:r>
              <a:rPr lang="en-GB" dirty="0"/>
              <a:t>TicketData1</a:t>
            </a:r>
          </a:p>
          <a:p>
            <a:pPr marL="285750" indent="-285750">
              <a:buFont typeface="Calibri"/>
              <a:buChar char="-"/>
            </a:pPr>
            <a:r>
              <a:rPr lang="en-GB" dirty="0"/>
              <a:t>TicketData2</a:t>
            </a:r>
          </a:p>
          <a:p>
            <a:pPr marL="285750" indent="-285750">
              <a:buFont typeface="Calibri"/>
              <a:buChar char="-"/>
            </a:pPr>
            <a:r>
              <a:rPr lang="en-GB" dirty="0"/>
              <a:t>TicketData3</a:t>
            </a:r>
          </a:p>
        </p:txBody>
      </p:sp>
    </p:spTree>
    <p:extLst>
      <p:ext uri="{BB962C8B-B14F-4D97-AF65-F5344CB8AC3E}">
        <p14:creationId xmlns:p14="http://schemas.microsoft.com/office/powerpoint/2010/main" val="912324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7AB6B8A-DCBD-8555-56EB-B915DA968BA9}"/>
              </a:ext>
            </a:extLst>
          </p:cNvPr>
          <p:cNvSpPr>
            <a:spLocks noGrp="1"/>
          </p:cNvSpPr>
          <p:nvPr>
            <p:ph type="dt" sz="half" idx="10"/>
          </p:nvPr>
        </p:nvSpPr>
        <p:spPr/>
        <p:txBody>
          <a:bodyPr/>
          <a:lstStyle/>
          <a:p>
            <a:fld id="{221E535C-FDED-4368-99A8-52D04C29BC94}" type="datetime1">
              <a:t>11/4/2025</a:t>
            </a:fld>
            <a:endParaRPr lang="en-US" dirty="0"/>
          </a:p>
        </p:txBody>
      </p:sp>
      <p:sp>
        <p:nvSpPr>
          <p:cNvPr id="5" name="Footer Placeholder 4">
            <a:extLst>
              <a:ext uri="{FF2B5EF4-FFF2-40B4-BE49-F238E27FC236}">
                <a16:creationId xmlns:a16="http://schemas.microsoft.com/office/drawing/2014/main" id="{CD92E891-6B85-A308-3D33-711F46534C5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D92C0D3-82EC-ACB7-4477-419BB8BF7C23}"/>
              </a:ext>
            </a:extLst>
          </p:cNvPr>
          <p:cNvSpPr>
            <a:spLocks noGrp="1"/>
          </p:cNvSpPr>
          <p:nvPr>
            <p:ph type="sldNum" sz="quarter" idx="12"/>
          </p:nvPr>
        </p:nvSpPr>
        <p:spPr/>
        <p:txBody>
          <a:bodyPr/>
          <a:lstStyle/>
          <a:p>
            <a:fld id="{5E4DE196-8A13-4FF7-A07E-102851959EAB}" type="slidenum">
              <a:rPr lang="en-US" dirty="0"/>
              <a:t>5</a:t>
            </a:fld>
            <a:endParaRPr lang="en-US" dirty="0"/>
          </a:p>
        </p:txBody>
      </p:sp>
      <p:sp>
        <p:nvSpPr>
          <p:cNvPr id="8" name="Title 1">
            <a:extLst>
              <a:ext uri="{FF2B5EF4-FFF2-40B4-BE49-F238E27FC236}">
                <a16:creationId xmlns:a16="http://schemas.microsoft.com/office/drawing/2014/main" id="{36428E14-8AFD-6A7B-7E39-3FB796A7B812}"/>
              </a:ext>
            </a:extLst>
          </p:cNvPr>
          <p:cNvSpPr>
            <a:spLocks noGrp="1"/>
          </p:cNvSpPr>
          <p:nvPr>
            <p:ph type="title"/>
          </p:nvPr>
        </p:nvSpPr>
        <p:spPr>
          <a:xfrm>
            <a:off x="2767837" y="3159403"/>
            <a:ext cx="6656426" cy="537287"/>
          </a:xfrm>
        </p:spPr>
        <p:txBody>
          <a:bodyPr>
            <a:normAutofit fontScale="90000"/>
          </a:bodyPr>
          <a:lstStyle/>
          <a:p>
            <a:r>
              <a:rPr lang="en-GB" dirty="0"/>
              <a:t>Ui Software Layout Low Fidelity Design</a:t>
            </a:r>
          </a:p>
        </p:txBody>
      </p:sp>
    </p:spTree>
    <p:extLst>
      <p:ext uri="{BB962C8B-B14F-4D97-AF65-F5344CB8AC3E}">
        <p14:creationId xmlns:p14="http://schemas.microsoft.com/office/powerpoint/2010/main" val="83636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4820B99A-A76D-B246-0781-2F005861D6C7}"/>
              </a:ext>
            </a:extLst>
          </p:cNvPr>
          <p:cNvPicPr>
            <a:picLocks noChangeAspect="1"/>
          </p:cNvPicPr>
          <p:nvPr/>
        </p:nvPicPr>
        <p:blipFill>
          <a:blip r:embed="rId2"/>
          <a:stretch>
            <a:fillRect/>
          </a:stretch>
        </p:blipFill>
        <p:spPr>
          <a:xfrm>
            <a:off x="2828511" y="643466"/>
            <a:ext cx="6534977" cy="5571067"/>
          </a:xfrm>
          <a:prstGeom prst="rect">
            <a:avLst/>
          </a:prstGeom>
        </p:spPr>
      </p:pic>
    </p:spTree>
    <p:extLst>
      <p:ext uri="{BB962C8B-B14F-4D97-AF65-F5344CB8AC3E}">
        <p14:creationId xmlns:p14="http://schemas.microsoft.com/office/powerpoint/2010/main" val="292141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95BD53-6E36-A59D-A059-7839A21436DA}"/>
              </a:ext>
            </a:extLst>
          </p:cNvPr>
          <p:cNvPicPr>
            <a:picLocks noChangeAspect="1"/>
          </p:cNvPicPr>
          <p:nvPr/>
        </p:nvPicPr>
        <p:blipFill>
          <a:blip r:embed="rId2"/>
          <a:stretch>
            <a:fillRect/>
          </a:stretch>
        </p:blipFill>
        <p:spPr>
          <a:xfrm>
            <a:off x="2838066" y="643466"/>
            <a:ext cx="6515867" cy="5571067"/>
          </a:xfrm>
          <a:prstGeom prst="rect">
            <a:avLst/>
          </a:prstGeom>
        </p:spPr>
      </p:pic>
    </p:spTree>
    <p:extLst>
      <p:ext uri="{BB962C8B-B14F-4D97-AF65-F5344CB8AC3E}">
        <p14:creationId xmlns:p14="http://schemas.microsoft.com/office/powerpoint/2010/main" val="1953272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95214E-700F-41A3-8FEF-F1AFDD0B0089}"/>
              </a:ext>
            </a:extLst>
          </p:cNvPr>
          <p:cNvPicPr>
            <a:picLocks noChangeAspect="1"/>
          </p:cNvPicPr>
          <p:nvPr/>
        </p:nvPicPr>
        <p:blipFill>
          <a:blip r:embed="rId2"/>
          <a:stretch>
            <a:fillRect/>
          </a:stretch>
        </p:blipFill>
        <p:spPr>
          <a:xfrm>
            <a:off x="2838066" y="643466"/>
            <a:ext cx="6515867" cy="5571067"/>
          </a:xfrm>
          <a:prstGeom prst="rect">
            <a:avLst/>
          </a:prstGeom>
        </p:spPr>
      </p:pic>
    </p:spTree>
    <p:extLst>
      <p:ext uri="{BB962C8B-B14F-4D97-AF65-F5344CB8AC3E}">
        <p14:creationId xmlns:p14="http://schemas.microsoft.com/office/powerpoint/2010/main" val="3254864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E7D42762-6C17-0180-9BA7-130E4147AD39}"/>
              </a:ext>
            </a:extLst>
          </p:cNvPr>
          <p:cNvPicPr>
            <a:picLocks noGrp="1" noChangeAspect="1"/>
          </p:cNvPicPr>
          <p:nvPr>
            <p:ph idx="1"/>
          </p:nvPr>
        </p:nvPicPr>
        <p:blipFill>
          <a:blip r:embed="rId2"/>
          <a:stretch>
            <a:fillRect/>
          </a:stretch>
        </p:blipFill>
        <p:spPr>
          <a:xfrm>
            <a:off x="2847564" y="643466"/>
            <a:ext cx="6496871" cy="5571067"/>
          </a:xfrm>
          <a:prstGeom prst="rect">
            <a:avLst/>
          </a:prstGeom>
        </p:spPr>
      </p:pic>
    </p:spTree>
    <p:extLst>
      <p:ext uri="{BB962C8B-B14F-4D97-AF65-F5344CB8AC3E}">
        <p14:creationId xmlns:p14="http://schemas.microsoft.com/office/powerpoint/2010/main" val="3950733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8C0C86-E758-AD25-4945-3F522F11A629}"/>
              </a:ext>
            </a:extLst>
          </p:cNvPr>
          <p:cNvPicPr>
            <a:picLocks noChangeAspect="1"/>
          </p:cNvPicPr>
          <p:nvPr/>
        </p:nvPicPr>
        <p:blipFill>
          <a:blip r:embed="rId2"/>
          <a:stretch>
            <a:fillRect/>
          </a:stretch>
        </p:blipFill>
        <p:spPr>
          <a:xfrm>
            <a:off x="2828511" y="643466"/>
            <a:ext cx="6534977" cy="5571067"/>
          </a:xfrm>
          <a:prstGeom prst="rect">
            <a:avLst/>
          </a:prstGeom>
        </p:spPr>
      </p:pic>
    </p:spTree>
    <p:extLst>
      <p:ext uri="{BB962C8B-B14F-4D97-AF65-F5344CB8AC3E}">
        <p14:creationId xmlns:p14="http://schemas.microsoft.com/office/powerpoint/2010/main" val="795350226"/>
      </p:ext>
    </p:extLst>
  </p:cSld>
  <p:clrMapOvr>
    <a:masterClrMapping/>
  </p:clrMapOvr>
</p:sld>
</file>

<file path=ppt/theme/theme1.xml><?xml version="1.0" encoding="utf-8"?>
<a:theme xmlns:a="http://schemas.openxmlformats.org/drawingml/2006/main" name="BohoVogueVTI">
  <a:themeElements>
    <a:clrScheme name="BohoVogueVTI">
      <a:dk1>
        <a:sysClr val="windowText" lastClr="000000"/>
      </a:dk1>
      <a:lt1>
        <a:sysClr val="window" lastClr="FFFFFF"/>
      </a:lt1>
      <a:dk2>
        <a:srgbClr val="35403A"/>
      </a:dk2>
      <a:lt2>
        <a:srgbClr val="F1EFEB"/>
      </a:lt2>
      <a:accent1>
        <a:srgbClr val="9E8B50"/>
      </a:accent1>
      <a:accent2>
        <a:srgbClr val="D5966B"/>
      </a:accent2>
      <a:accent3>
        <a:srgbClr val="9BA6BB"/>
      </a:accent3>
      <a:accent4>
        <a:srgbClr val="869880"/>
      </a:accent4>
      <a:accent5>
        <a:srgbClr val="588267"/>
      </a:accent5>
      <a:accent6>
        <a:srgbClr val="B89C46"/>
      </a:accent6>
      <a:hlink>
        <a:srgbClr val="C77138"/>
      </a:hlink>
      <a:folHlink>
        <a:srgbClr val="589374"/>
      </a:folHlink>
    </a:clrScheme>
    <a:fontScheme name="BohoVogueVTI">
      <a:majorFont>
        <a:latin typeface="Walbaum Display"/>
        <a:ea typeface=""/>
        <a:cs typeface=""/>
      </a:majorFont>
      <a:minorFont>
        <a:latin typeface="Aptos Light"/>
        <a:ea typeface=""/>
        <a:cs typeface=""/>
      </a:minorFont>
    </a:fontScheme>
    <a:fmtScheme name="BohoVogu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ohoVogueVTI" id="{587E0025-A466-4551-A341-1A9F570FDF06}" vid="{F615CBBD-D1BB-4663-887F-92A47C7C6A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380ADF89ACB484095ABCB9E8978D4A6" ma:contentTypeVersion="3" ma:contentTypeDescription="Create a new document." ma:contentTypeScope="" ma:versionID="87ac0fa9113c2555792ae6a231078dcc">
  <xsd:schema xmlns:xsd="http://www.w3.org/2001/XMLSchema" xmlns:xs="http://www.w3.org/2001/XMLSchema" xmlns:p="http://schemas.microsoft.com/office/2006/metadata/properties" xmlns:ns2="c7ffe7a2-ae54-40ac-9891-4769a64c4b78" targetNamespace="http://schemas.microsoft.com/office/2006/metadata/properties" ma:root="true" ma:fieldsID="fd50cbbbdc578e98c2345a27b693656e" ns2:_="">
    <xsd:import namespace="c7ffe7a2-ae54-40ac-9891-4769a64c4b7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ffe7a2-ae54-40ac-9891-4769a64c4b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0C9FA1-F876-4974-B3DB-6159366CB3F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23EA427-12C5-4452-98CD-F68033D907C7}">
  <ds:schemaRefs>
    <ds:schemaRef ds:uri="http://schemas.microsoft.com/sharepoint/v3/contenttype/forms"/>
  </ds:schemaRefs>
</ds:datastoreItem>
</file>

<file path=customXml/itemProps3.xml><?xml version="1.0" encoding="utf-8"?>
<ds:datastoreItem xmlns:ds="http://schemas.openxmlformats.org/officeDocument/2006/customXml" ds:itemID="{A4ED7075-568F-4A70-9B9A-ABCB530C16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ffe7a2-ae54-40ac-9891-4769a64c4b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15</TotalTime>
  <Words>135</Words>
  <Application>Microsoft Office PowerPoint</Application>
  <PresentationFormat>Widescreen</PresentationFormat>
  <Paragraphs>9</Paragraphs>
  <Slides>10</Slides>
  <Notes>5</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BohoVogueVTI</vt:lpstr>
      <vt:lpstr>Team 3 Group Project</vt:lpstr>
      <vt:lpstr>Project Recap</vt:lpstr>
      <vt:lpstr>PowerPoint Presentation</vt:lpstr>
      <vt:lpstr>Ticket AI Organisation</vt:lpstr>
      <vt:lpstr>Ui Software Layout Low Fidelity Design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Liam Catlin</dc:creator>
  <cp:lastModifiedBy>(s) Liam Catlin</cp:lastModifiedBy>
  <cp:revision>315</cp:revision>
  <dcterms:created xsi:type="dcterms:W3CDTF">2025-10-15T09:10:07Z</dcterms:created>
  <dcterms:modified xsi:type="dcterms:W3CDTF">2025-11-04T12:13:16Z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0x0101001380ADF89ACB484095ABCB9E8978D4A6</vt:lpwstr>
  </property>
</Properties>
</file>